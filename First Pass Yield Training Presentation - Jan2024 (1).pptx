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358" r:id="rId2"/>
    <p:sldId id="319" r:id="rId3"/>
    <p:sldId id="381" r:id="rId4"/>
    <p:sldId id="383" r:id="rId5"/>
    <p:sldId id="377" r:id="rId6"/>
    <p:sldId id="360" r:id="rId7"/>
    <p:sldId id="361" r:id="rId8"/>
    <p:sldId id="362" r:id="rId9"/>
    <p:sldId id="374" r:id="rId10"/>
    <p:sldId id="363" r:id="rId11"/>
    <p:sldId id="364" r:id="rId12"/>
    <p:sldId id="378" r:id="rId13"/>
    <p:sldId id="384" r:id="rId14"/>
    <p:sldId id="366" r:id="rId15"/>
    <p:sldId id="365" r:id="rId16"/>
    <p:sldId id="368" r:id="rId17"/>
    <p:sldId id="369" r:id="rId18"/>
    <p:sldId id="370" r:id="rId19"/>
    <p:sldId id="371" r:id="rId20"/>
    <p:sldId id="372" r:id="rId21"/>
    <p:sldId id="380" r:id="rId22"/>
    <p:sldId id="379" r:id="rId23"/>
    <p:sldId id="373" r:id="rId24"/>
    <p:sldId id="38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6BED669-2FAF-4E30-9969-999C38316B5B}">
          <p14:sldIdLst>
            <p14:sldId id="358"/>
            <p14:sldId id="319"/>
            <p14:sldId id="381"/>
            <p14:sldId id="383"/>
            <p14:sldId id="377"/>
            <p14:sldId id="360"/>
            <p14:sldId id="361"/>
            <p14:sldId id="362"/>
            <p14:sldId id="374"/>
            <p14:sldId id="363"/>
            <p14:sldId id="364"/>
            <p14:sldId id="378"/>
            <p14:sldId id="384"/>
            <p14:sldId id="366"/>
            <p14:sldId id="365"/>
            <p14:sldId id="368"/>
            <p14:sldId id="369"/>
            <p14:sldId id="370"/>
            <p14:sldId id="371"/>
            <p14:sldId id="372"/>
            <p14:sldId id="380"/>
            <p14:sldId id="379"/>
            <p14:sldId id="373"/>
            <p14:sldId id="3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86" autoAdjust="0"/>
    <p:restoredTop sz="94365" autoAdjust="0"/>
  </p:normalViewPr>
  <p:slideViewPr>
    <p:cSldViewPr snapToGrid="0">
      <p:cViewPr varScale="1">
        <p:scale>
          <a:sx n="104" d="100"/>
          <a:sy n="104" d="100"/>
        </p:scale>
        <p:origin x="1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D55DD7-2287-44F4-81CD-1CE26A26921D}" type="datetimeFigureOut">
              <a:rPr lang="en-US" smtClean="0"/>
              <a:t>01-Feb-24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1EF51C-28AF-4CB4-B3C7-795423427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658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1EF51C-28AF-4CB4-B3C7-795423427CD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180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3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rgbClr val="521D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A2BBC47-89AA-5F46-A856-63E317A11A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331" t="10200" r="1098"/>
          <a:stretch/>
        </p:blipFill>
        <p:spPr>
          <a:xfrm>
            <a:off x="0" y="-10160"/>
            <a:ext cx="12181840" cy="686816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CF88BD2-ADBC-D54F-BE94-45C4C3BC07B2}"/>
              </a:ext>
            </a:extLst>
          </p:cNvPr>
          <p:cNvSpPr/>
          <p:nvPr/>
        </p:nvSpPr>
        <p:spPr>
          <a:xfrm>
            <a:off x="9510449" y="5296719"/>
            <a:ext cx="2667000" cy="1359726"/>
          </a:xfrm>
          <a:prstGeom prst="rect">
            <a:avLst/>
          </a:prstGeom>
          <a:solidFill>
            <a:srgbClr val="521D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21672" y="6522859"/>
            <a:ext cx="1194865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  <a:cs typeface="Arial" panose="020B0604020202020204" pitchFamily="34" charset="0"/>
              </a:rPr>
              <a:t>©2022 The information in this document is the property of Quest Global Services Private Limited and may not be disclosed in any manner to a third party nor used for any purpose other than that for which it is supplied without prior written consent.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32612F-4653-3246-977D-E6635B7B147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2151" y="2561375"/>
            <a:ext cx="10167917" cy="786123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defRPr sz="6400" b="1">
                <a:solidFill>
                  <a:schemeClr val="accent5"/>
                </a:solidFill>
              </a:defRPr>
            </a:lvl1pPr>
          </a:lstStyle>
          <a:p>
            <a:r>
              <a:rPr lang="en-GB" dirty="0"/>
              <a:t>Click to add presentation title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D7505E-7293-B349-9B49-E740A4F173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72151" y="3379080"/>
            <a:ext cx="8314351" cy="507831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presentation subtitle</a:t>
            </a:r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BD46D4C-56B4-7D46-B3FA-0215830AE92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972151" y="3916145"/>
            <a:ext cx="1567849" cy="501726"/>
          </a:xfrm>
        </p:spPr>
        <p:txBody>
          <a:bodyPr anchor="ctr">
            <a:normAutofit/>
          </a:bodyPr>
          <a:lstStyle>
            <a:lvl1pPr marL="0" indent="0">
              <a:buNone/>
              <a:defRPr sz="1400" b="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add date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CC21C1-83D1-804D-BC64-8C0C31034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0449" y="460524"/>
            <a:ext cx="2059474" cy="115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983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Standard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073632A-DB8F-7740-80C8-3A3FB0513FF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1679"/>
            <a:ext cx="12192000" cy="6856321"/>
          </a:xfrm>
          <a:prstGeom prst="rect">
            <a:avLst/>
          </a:prstGeom>
        </p:spPr>
      </p:pic>
      <p:sp>
        <p:nvSpPr>
          <p:cNvPr id="27" name="Google Shape;18;p3">
            <a:extLst>
              <a:ext uri="{FF2B5EF4-FFF2-40B4-BE49-F238E27FC236}">
                <a16:creationId xmlns:a16="http://schemas.microsoft.com/office/drawing/2014/main" id="{D7C37398-B34A-A845-A4B3-F40066F4154C}"/>
              </a:ext>
            </a:extLst>
          </p:cNvPr>
          <p:cNvSpPr/>
          <p:nvPr/>
        </p:nvSpPr>
        <p:spPr>
          <a:xfrm>
            <a:off x="291423" y="0"/>
            <a:ext cx="264388" cy="10048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6"/>
              </a:solidFill>
            </a:endParaRP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F10E092D-2F68-BC4F-A16C-11415191A3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100" y="130225"/>
            <a:ext cx="9709860" cy="807819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3600" b="1">
                <a:solidFill>
                  <a:schemeClr val="accent6"/>
                </a:solidFill>
              </a:defRPr>
            </a:lvl1pPr>
          </a:lstStyle>
          <a:p>
            <a:r>
              <a:rPr lang="en-GB" dirty="0"/>
              <a:t>Click to add page title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BA53552-9B7B-A94A-AFFE-A6FA4D9B6DC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7870" y="1066589"/>
            <a:ext cx="10897638" cy="5107967"/>
          </a:xfrm>
        </p:spPr>
        <p:txBody>
          <a:bodyPr>
            <a:noAutofit/>
          </a:bodyPr>
          <a:lstStyle>
            <a:lvl1pPr marL="266700" indent="-266700">
              <a:buFont typeface="Arial" panose="020B0604020202020204" pitchFamily="34" charset="0"/>
              <a:buChar char="•"/>
              <a:tabLst/>
              <a:defRPr spc="0">
                <a:solidFill>
                  <a:schemeClr val="accent6"/>
                </a:solidFill>
              </a:defRPr>
            </a:lvl1pPr>
            <a:lvl2pPr marL="533400" indent="-266700">
              <a:tabLst/>
              <a:defRPr spc="0">
                <a:solidFill>
                  <a:schemeClr val="accent6"/>
                </a:solidFill>
              </a:defRPr>
            </a:lvl2pPr>
            <a:lvl3pPr marL="731520" indent="-182880">
              <a:tabLst/>
              <a:defRPr spc="0">
                <a:solidFill>
                  <a:schemeClr val="accent6"/>
                </a:solidFill>
              </a:defRPr>
            </a:lvl3pPr>
            <a:lvl4pPr marL="1005840" indent="-182880">
              <a:tabLst/>
              <a:defRPr spc="0">
                <a:solidFill>
                  <a:schemeClr val="accent6"/>
                </a:solidFill>
              </a:defRPr>
            </a:lvl4pPr>
            <a:lvl5pPr marL="1280160" indent="-182880">
              <a:tabLst/>
              <a:defRPr spc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79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Standard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9004DF0-D6C1-1246-99DD-1FAF57B6B1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1679"/>
            <a:ext cx="12192000" cy="6856321"/>
          </a:xfrm>
          <a:prstGeom prst="rect">
            <a:avLst/>
          </a:prstGeom>
        </p:spPr>
      </p:pic>
      <p:sp>
        <p:nvSpPr>
          <p:cNvPr id="29" name="Title 1">
            <a:extLst>
              <a:ext uri="{FF2B5EF4-FFF2-40B4-BE49-F238E27FC236}">
                <a16:creationId xmlns:a16="http://schemas.microsoft.com/office/drawing/2014/main" id="{F10E092D-2F68-BC4F-A16C-11415191A3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100" y="130225"/>
            <a:ext cx="9709860" cy="807819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3600" b="1">
                <a:solidFill>
                  <a:schemeClr val="accent6"/>
                </a:solidFill>
              </a:defRPr>
            </a:lvl1pPr>
          </a:lstStyle>
          <a:p>
            <a:r>
              <a:rPr lang="en-GB" dirty="0"/>
              <a:t>Click to add page title</a:t>
            </a:r>
            <a:endParaRPr lang="en-US" dirty="0"/>
          </a:p>
        </p:txBody>
      </p:sp>
      <p:sp>
        <p:nvSpPr>
          <p:cNvPr id="9" name="Google Shape;18;p3">
            <a:extLst>
              <a:ext uri="{FF2B5EF4-FFF2-40B4-BE49-F238E27FC236}">
                <a16:creationId xmlns:a16="http://schemas.microsoft.com/office/drawing/2014/main" id="{3F2FE5D2-914C-EC47-BA9B-E796370BC6F5}"/>
              </a:ext>
            </a:extLst>
          </p:cNvPr>
          <p:cNvSpPr/>
          <p:nvPr/>
        </p:nvSpPr>
        <p:spPr>
          <a:xfrm>
            <a:off x="291423" y="0"/>
            <a:ext cx="264388" cy="10048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6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CA23A9A-A82B-46AB-975A-9A8790D713E1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38100" y="1066589"/>
            <a:ext cx="10897638" cy="5107967"/>
          </a:xfrm>
        </p:spPr>
        <p:txBody>
          <a:bodyPr>
            <a:noAutofit/>
          </a:bodyPr>
          <a:lstStyle>
            <a:lvl1pPr marL="266700" indent="-266700">
              <a:buFont typeface="Arial" panose="020B0604020202020204" pitchFamily="34" charset="0"/>
              <a:buChar char="•"/>
              <a:tabLst/>
              <a:defRPr spc="0">
                <a:solidFill>
                  <a:schemeClr val="accent6"/>
                </a:solidFill>
              </a:defRPr>
            </a:lvl1pPr>
            <a:lvl2pPr marL="533400" indent="-266700">
              <a:tabLst/>
              <a:defRPr spc="0">
                <a:solidFill>
                  <a:schemeClr val="accent6"/>
                </a:solidFill>
              </a:defRPr>
            </a:lvl2pPr>
            <a:lvl3pPr marL="731520" indent="-182880">
              <a:tabLst/>
              <a:defRPr spc="0">
                <a:solidFill>
                  <a:schemeClr val="accent6"/>
                </a:solidFill>
              </a:defRPr>
            </a:lvl3pPr>
            <a:lvl4pPr marL="1005840" indent="-182880">
              <a:tabLst/>
              <a:defRPr spc="0">
                <a:solidFill>
                  <a:schemeClr val="accent6"/>
                </a:solidFill>
              </a:defRPr>
            </a:lvl4pPr>
            <a:lvl5pPr marL="1280160" indent="-182880">
              <a:tabLst/>
              <a:defRPr spc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499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Standard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2B63309C-396B-7F40-B9DB-B0A5D4A67BF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1679"/>
            <a:ext cx="12192000" cy="6856321"/>
          </a:xfrm>
          <a:prstGeom prst="rect">
            <a:avLst/>
          </a:prstGeom>
        </p:spPr>
      </p:pic>
      <p:sp>
        <p:nvSpPr>
          <p:cNvPr id="29" name="Title 1">
            <a:extLst>
              <a:ext uri="{FF2B5EF4-FFF2-40B4-BE49-F238E27FC236}">
                <a16:creationId xmlns:a16="http://schemas.microsoft.com/office/drawing/2014/main" id="{F10E092D-2F68-BC4F-A16C-11415191A3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100" y="130225"/>
            <a:ext cx="9709860" cy="807819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3600" b="1">
                <a:solidFill>
                  <a:schemeClr val="accent6"/>
                </a:solidFill>
              </a:defRPr>
            </a:lvl1pPr>
          </a:lstStyle>
          <a:p>
            <a:r>
              <a:rPr lang="en-GB" dirty="0"/>
              <a:t>Click to add page title</a:t>
            </a:r>
            <a:endParaRPr lang="en-US" dirty="0"/>
          </a:p>
        </p:txBody>
      </p:sp>
      <p:sp>
        <p:nvSpPr>
          <p:cNvPr id="16" name="Google Shape;18;p3">
            <a:extLst>
              <a:ext uri="{FF2B5EF4-FFF2-40B4-BE49-F238E27FC236}">
                <a16:creationId xmlns:a16="http://schemas.microsoft.com/office/drawing/2014/main" id="{1E6C6C4C-F843-3740-A61A-16EAC5DFE733}"/>
              </a:ext>
            </a:extLst>
          </p:cNvPr>
          <p:cNvSpPr/>
          <p:nvPr/>
        </p:nvSpPr>
        <p:spPr>
          <a:xfrm>
            <a:off x="291423" y="0"/>
            <a:ext cx="264388" cy="10048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6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67CF988-1B02-4A08-9F0E-7747EF12CBE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38100" y="1066589"/>
            <a:ext cx="10897638" cy="5107967"/>
          </a:xfrm>
        </p:spPr>
        <p:txBody>
          <a:bodyPr>
            <a:noAutofit/>
          </a:bodyPr>
          <a:lstStyle>
            <a:lvl1pPr marL="266700" indent="-266700">
              <a:buFont typeface="Arial" panose="020B0604020202020204" pitchFamily="34" charset="0"/>
              <a:buChar char="•"/>
              <a:tabLst/>
              <a:defRPr spc="0">
                <a:solidFill>
                  <a:schemeClr val="accent6"/>
                </a:solidFill>
              </a:defRPr>
            </a:lvl1pPr>
            <a:lvl2pPr marL="533400" indent="-266700">
              <a:tabLst/>
              <a:defRPr spc="0">
                <a:solidFill>
                  <a:schemeClr val="accent6"/>
                </a:solidFill>
              </a:defRPr>
            </a:lvl2pPr>
            <a:lvl3pPr marL="731520" indent="-182880">
              <a:tabLst/>
              <a:defRPr spc="0">
                <a:solidFill>
                  <a:schemeClr val="accent6"/>
                </a:solidFill>
              </a:defRPr>
            </a:lvl3pPr>
            <a:lvl4pPr marL="1005840" indent="-182880">
              <a:tabLst/>
              <a:defRPr spc="0">
                <a:solidFill>
                  <a:schemeClr val="accent6"/>
                </a:solidFill>
              </a:defRPr>
            </a:lvl4pPr>
            <a:lvl5pPr marL="1280160" indent="-182880">
              <a:tabLst/>
              <a:defRPr spc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2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>
            <a:extLst>
              <a:ext uri="{FF2B5EF4-FFF2-40B4-BE49-F238E27FC236}">
                <a16:creationId xmlns:a16="http://schemas.microsoft.com/office/drawing/2014/main" id="{F10E092D-2F68-BC4F-A16C-11415191A3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100" y="130225"/>
            <a:ext cx="9709860" cy="807819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3600" b="1">
                <a:solidFill>
                  <a:schemeClr val="accent6"/>
                </a:solidFill>
              </a:defRPr>
            </a:lvl1pPr>
          </a:lstStyle>
          <a:p>
            <a:r>
              <a:rPr lang="en-GB" dirty="0"/>
              <a:t>Click to add page title</a:t>
            </a:r>
            <a:endParaRPr lang="en-US" dirty="0"/>
          </a:p>
        </p:txBody>
      </p:sp>
      <p:sp>
        <p:nvSpPr>
          <p:cNvPr id="10" name="Google Shape;18;p3">
            <a:extLst>
              <a:ext uri="{FF2B5EF4-FFF2-40B4-BE49-F238E27FC236}">
                <a16:creationId xmlns:a16="http://schemas.microsoft.com/office/drawing/2014/main" id="{DCA5F05C-426B-884F-89BC-8B9E8174E3AD}"/>
              </a:ext>
            </a:extLst>
          </p:cNvPr>
          <p:cNvSpPr/>
          <p:nvPr/>
        </p:nvSpPr>
        <p:spPr>
          <a:xfrm>
            <a:off x="291423" y="0"/>
            <a:ext cx="264388" cy="10048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6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D515AE-A869-488F-8DFC-3F6CCDF5DCE0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38100" y="1066589"/>
            <a:ext cx="10897638" cy="5107967"/>
          </a:xfrm>
        </p:spPr>
        <p:txBody>
          <a:bodyPr>
            <a:noAutofit/>
          </a:bodyPr>
          <a:lstStyle>
            <a:lvl1pPr marL="266700" indent="-266700">
              <a:buFont typeface="Arial" panose="020B0604020202020204" pitchFamily="34" charset="0"/>
              <a:buChar char="•"/>
              <a:tabLst/>
              <a:defRPr spc="0">
                <a:solidFill>
                  <a:schemeClr val="accent6"/>
                </a:solidFill>
              </a:defRPr>
            </a:lvl1pPr>
            <a:lvl2pPr marL="533400" indent="-266700">
              <a:tabLst/>
              <a:defRPr spc="0">
                <a:solidFill>
                  <a:schemeClr val="accent6"/>
                </a:solidFill>
              </a:defRPr>
            </a:lvl2pPr>
            <a:lvl3pPr marL="731520" indent="-182880">
              <a:tabLst/>
              <a:defRPr spc="0">
                <a:solidFill>
                  <a:schemeClr val="accent6"/>
                </a:solidFill>
              </a:defRPr>
            </a:lvl3pPr>
            <a:lvl4pPr marL="1005840" indent="-182880">
              <a:tabLst/>
              <a:defRPr spc="0">
                <a:solidFill>
                  <a:schemeClr val="accent6"/>
                </a:solidFill>
              </a:defRPr>
            </a:lvl4pPr>
            <a:lvl5pPr marL="1280160" indent="-182880">
              <a:tabLst/>
              <a:defRPr spc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988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4071D65-4A67-334D-B5A5-AA4340AC02A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-9196" y="1679"/>
            <a:ext cx="12192000" cy="6856321"/>
          </a:xfrm>
          <a:prstGeom prst="rect">
            <a:avLst/>
          </a:prstGeom>
        </p:spPr>
      </p:pic>
      <p:sp>
        <p:nvSpPr>
          <p:cNvPr id="29" name="Title 1">
            <a:extLst>
              <a:ext uri="{FF2B5EF4-FFF2-40B4-BE49-F238E27FC236}">
                <a16:creationId xmlns:a16="http://schemas.microsoft.com/office/drawing/2014/main" id="{F10E092D-2F68-BC4F-A16C-11415191A3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100" y="130225"/>
            <a:ext cx="9709860" cy="807819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3600" b="1">
                <a:solidFill>
                  <a:schemeClr val="accent6"/>
                </a:solidFill>
              </a:defRPr>
            </a:lvl1pPr>
          </a:lstStyle>
          <a:p>
            <a:r>
              <a:rPr lang="en-GB" dirty="0"/>
              <a:t>Click to add page title</a:t>
            </a:r>
            <a:endParaRPr lang="en-US" dirty="0"/>
          </a:p>
        </p:txBody>
      </p:sp>
      <p:sp>
        <p:nvSpPr>
          <p:cNvPr id="5" name="Google Shape;18;p3">
            <a:extLst>
              <a:ext uri="{FF2B5EF4-FFF2-40B4-BE49-F238E27FC236}">
                <a16:creationId xmlns:a16="http://schemas.microsoft.com/office/drawing/2014/main" id="{DD3B4DFC-328D-0F4C-A148-B632D59B9E01}"/>
              </a:ext>
            </a:extLst>
          </p:cNvPr>
          <p:cNvSpPr/>
          <p:nvPr/>
        </p:nvSpPr>
        <p:spPr>
          <a:xfrm>
            <a:off x="291423" y="0"/>
            <a:ext cx="264388" cy="10048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4110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>
            <a:extLst>
              <a:ext uri="{FF2B5EF4-FFF2-40B4-BE49-F238E27FC236}">
                <a16:creationId xmlns:a16="http://schemas.microsoft.com/office/drawing/2014/main" id="{F10E092D-2F68-BC4F-A16C-11415191A3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100" y="130225"/>
            <a:ext cx="9709860" cy="807819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3600" b="1">
                <a:solidFill>
                  <a:schemeClr val="accent6"/>
                </a:solidFill>
              </a:defRPr>
            </a:lvl1pPr>
          </a:lstStyle>
          <a:p>
            <a:r>
              <a:rPr lang="en-GB" dirty="0"/>
              <a:t>Click to add page title</a:t>
            </a:r>
            <a:endParaRPr lang="en-US" dirty="0"/>
          </a:p>
        </p:txBody>
      </p:sp>
      <p:sp>
        <p:nvSpPr>
          <p:cNvPr id="5" name="Google Shape;18;p3">
            <a:extLst>
              <a:ext uri="{FF2B5EF4-FFF2-40B4-BE49-F238E27FC236}">
                <a16:creationId xmlns:a16="http://schemas.microsoft.com/office/drawing/2014/main" id="{DD3B4DFC-328D-0F4C-A148-B632D59B9E01}"/>
              </a:ext>
            </a:extLst>
          </p:cNvPr>
          <p:cNvSpPr/>
          <p:nvPr/>
        </p:nvSpPr>
        <p:spPr>
          <a:xfrm>
            <a:off x="291423" y="0"/>
            <a:ext cx="264388" cy="10048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7929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pont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>
            <a:extLst>
              <a:ext uri="{FF2B5EF4-FFF2-40B4-BE49-F238E27FC236}">
                <a16:creationId xmlns:a16="http://schemas.microsoft.com/office/drawing/2014/main" id="{F10E092D-2F68-BC4F-A16C-11415191A3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100" y="130225"/>
            <a:ext cx="9709860" cy="807819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3600" b="1">
                <a:solidFill>
                  <a:schemeClr val="accent6"/>
                </a:solidFill>
              </a:defRPr>
            </a:lvl1pPr>
          </a:lstStyle>
          <a:p>
            <a:r>
              <a:rPr lang="en-GB" dirty="0"/>
              <a:t>Click to add page title</a:t>
            </a:r>
            <a:endParaRPr lang="en-US" dirty="0"/>
          </a:p>
        </p:txBody>
      </p:sp>
      <p:sp>
        <p:nvSpPr>
          <p:cNvPr id="5" name="Google Shape;18;p3">
            <a:extLst>
              <a:ext uri="{FF2B5EF4-FFF2-40B4-BE49-F238E27FC236}">
                <a16:creationId xmlns:a16="http://schemas.microsoft.com/office/drawing/2014/main" id="{DD3B4DFC-328D-0F4C-A148-B632D59B9E01}"/>
              </a:ext>
            </a:extLst>
          </p:cNvPr>
          <p:cNvSpPr/>
          <p:nvPr/>
        </p:nvSpPr>
        <p:spPr>
          <a:xfrm>
            <a:off x="291423" y="0"/>
            <a:ext cx="264388" cy="10048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6"/>
              </a:solidFill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EB00031-BEA3-8F4F-BA7B-892CCF6638A7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37870" y="1112800"/>
            <a:ext cx="11310289" cy="608135"/>
          </a:xfrm>
          <a:prstGeom prst="rect">
            <a:avLst/>
          </a:prstGeo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add </a:t>
            </a:r>
            <a:r>
              <a:rPr lang="en-GB" dirty="0" err="1"/>
              <a:t>mainpoint</a:t>
            </a:r>
            <a:r>
              <a:rPr lang="en-GB" dirty="0"/>
              <a:t> message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1DF7098-9D3C-4DEC-840A-975D858EB5B8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37870" y="1813941"/>
            <a:ext cx="10897638" cy="4308954"/>
          </a:xfrm>
        </p:spPr>
        <p:txBody>
          <a:bodyPr>
            <a:noAutofit/>
          </a:bodyPr>
          <a:lstStyle>
            <a:lvl1pPr marL="266700" indent="-266700">
              <a:buFont typeface="Arial" panose="020B0604020202020204" pitchFamily="34" charset="0"/>
              <a:buChar char="•"/>
              <a:tabLst/>
              <a:defRPr spc="0">
                <a:solidFill>
                  <a:schemeClr val="accent6"/>
                </a:solidFill>
              </a:defRPr>
            </a:lvl1pPr>
            <a:lvl2pPr marL="533400" indent="-266700">
              <a:tabLst/>
              <a:defRPr spc="0">
                <a:solidFill>
                  <a:schemeClr val="accent6"/>
                </a:solidFill>
              </a:defRPr>
            </a:lvl2pPr>
            <a:lvl3pPr marL="731520" indent="-182880">
              <a:tabLst/>
              <a:defRPr spc="0">
                <a:solidFill>
                  <a:schemeClr val="accent6"/>
                </a:solidFill>
              </a:defRPr>
            </a:lvl3pPr>
            <a:lvl4pPr marL="1005840" indent="-182880">
              <a:tabLst/>
              <a:defRPr spc="0">
                <a:solidFill>
                  <a:schemeClr val="accent6"/>
                </a:solidFill>
              </a:defRPr>
            </a:lvl4pPr>
            <a:lvl5pPr marL="1280160" indent="-182880">
              <a:tabLst/>
              <a:defRPr spc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893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528E57F-CE6B-AF49-A4E0-D7222B7183E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1679"/>
            <a:ext cx="12192000" cy="6856321"/>
          </a:xfrm>
          <a:prstGeom prst="rect">
            <a:avLst/>
          </a:prstGeom>
        </p:spPr>
      </p:pic>
      <p:sp>
        <p:nvSpPr>
          <p:cNvPr id="29" name="Title 1">
            <a:extLst>
              <a:ext uri="{FF2B5EF4-FFF2-40B4-BE49-F238E27FC236}">
                <a16:creationId xmlns:a16="http://schemas.microsoft.com/office/drawing/2014/main" id="{F10E092D-2F68-BC4F-A16C-11415191A3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100" y="130225"/>
            <a:ext cx="9709860" cy="807819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3600" b="1">
                <a:solidFill>
                  <a:schemeClr val="accent6"/>
                </a:solidFill>
              </a:defRPr>
            </a:lvl1pPr>
          </a:lstStyle>
          <a:p>
            <a:r>
              <a:rPr lang="en-GB" dirty="0"/>
              <a:t>Click to add page title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718C057-92E9-E24A-B326-E37E0E5817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7871" y="1066590"/>
            <a:ext cx="5240962" cy="4927713"/>
          </a:xfrm>
        </p:spPr>
        <p:txBody>
          <a:bodyPr/>
          <a:lstStyle>
            <a:lvl1pPr marL="266700" indent="-266700">
              <a:buFont typeface="Arial" panose="020B0604020202020204" pitchFamily="34" charset="0"/>
              <a:buChar char="•"/>
              <a:tabLst/>
              <a:defRPr sz="2600" spc="0">
                <a:solidFill>
                  <a:schemeClr val="accent6"/>
                </a:solidFill>
              </a:defRPr>
            </a:lvl1pPr>
            <a:lvl2pPr marL="533400" indent="-266700">
              <a:tabLst/>
              <a:defRPr sz="2200" spc="0">
                <a:solidFill>
                  <a:schemeClr val="accent6"/>
                </a:solidFill>
              </a:defRPr>
            </a:lvl2pPr>
            <a:lvl3pPr marL="800100" indent="-266700">
              <a:tabLst/>
              <a:defRPr sz="2200" spc="0">
                <a:solidFill>
                  <a:schemeClr val="accent6"/>
                </a:solidFill>
              </a:defRPr>
            </a:lvl3pPr>
            <a:lvl4pPr marL="1066800" indent="-266700">
              <a:tabLst/>
              <a:defRPr sz="2200" spc="0">
                <a:solidFill>
                  <a:schemeClr val="accent6"/>
                </a:solidFill>
              </a:defRPr>
            </a:lvl4pPr>
            <a:lvl5pPr marL="1333500" indent="-266700">
              <a:tabLst/>
              <a:defRPr sz="2200" spc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A40F404-1138-294D-8C66-B47EAEF65A7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94546" y="1066590"/>
            <a:ext cx="5240962" cy="4927713"/>
          </a:xfrm>
        </p:spPr>
        <p:txBody>
          <a:bodyPr/>
          <a:lstStyle>
            <a:lvl1pPr marL="266700" indent="-266700">
              <a:buFont typeface="Arial" panose="020B0604020202020204" pitchFamily="34" charset="0"/>
              <a:buChar char="•"/>
              <a:tabLst/>
              <a:defRPr lang="en-GB" sz="2600" kern="1200" spc="0" dirty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533400" indent="-266700">
              <a:tabLst/>
              <a:defRPr sz="2200" spc="0">
                <a:solidFill>
                  <a:schemeClr val="accent6"/>
                </a:solidFill>
              </a:defRPr>
            </a:lvl2pPr>
            <a:lvl3pPr marL="800100" indent="-266700">
              <a:tabLst/>
              <a:defRPr sz="2200" spc="0">
                <a:solidFill>
                  <a:schemeClr val="accent6"/>
                </a:solidFill>
              </a:defRPr>
            </a:lvl3pPr>
            <a:lvl4pPr marL="1066800" indent="-266700">
              <a:tabLst/>
              <a:defRPr sz="2200" spc="0">
                <a:solidFill>
                  <a:schemeClr val="accent6"/>
                </a:solidFill>
              </a:defRPr>
            </a:lvl4pPr>
            <a:lvl5pPr marL="1333500" indent="-266700">
              <a:tabLst/>
              <a:defRPr sz="2200" spc="0">
                <a:solidFill>
                  <a:schemeClr val="accent6"/>
                </a:solidFill>
              </a:defRPr>
            </a:lvl5pPr>
          </a:lstStyle>
          <a:p>
            <a:pPr marL="266700" lvl="0" indent="-2667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/>
            </a:pPr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9" name="Google Shape;18;p3">
            <a:extLst>
              <a:ext uri="{FF2B5EF4-FFF2-40B4-BE49-F238E27FC236}">
                <a16:creationId xmlns:a16="http://schemas.microsoft.com/office/drawing/2014/main" id="{8F8B7985-251E-F444-9DB9-68E0C6DA2841}"/>
              </a:ext>
            </a:extLst>
          </p:cNvPr>
          <p:cNvSpPr/>
          <p:nvPr/>
        </p:nvSpPr>
        <p:spPr>
          <a:xfrm>
            <a:off x="291423" y="0"/>
            <a:ext cx="264388" cy="10048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811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1968A66-7B11-624E-A24B-752F40471B2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1679"/>
            <a:ext cx="12192000" cy="6856321"/>
          </a:xfrm>
          <a:prstGeom prst="rect">
            <a:avLst/>
          </a:prstGeom>
        </p:spPr>
      </p:pic>
      <p:sp>
        <p:nvSpPr>
          <p:cNvPr id="29" name="Title 1">
            <a:extLst>
              <a:ext uri="{FF2B5EF4-FFF2-40B4-BE49-F238E27FC236}">
                <a16:creationId xmlns:a16="http://schemas.microsoft.com/office/drawing/2014/main" id="{F10E092D-2F68-BC4F-A16C-11415191A3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100" y="130225"/>
            <a:ext cx="9709860" cy="807819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3600" b="1">
                <a:solidFill>
                  <a:schemeClr val="accent6"/>
                </a:solidFill>
              </a:defRPr>
            </a:lvl1pPr>
          </a:lstStyle>
          <a:p>
            <a:r>
              <a:rPr lang="en-GB" dirty="0"/>
              <a:t>Click to add page title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718C057-92E9-E24A-B326-E37E0E5817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7871" y="1796232"/>
            <a:ext cx="5240962" cy="4188008"/>
          </a:xfrm>
        </p:spPr>
        <p:txBody>
          <a:bodyPr/>
          <a:lstStyle>
            <a:lvl1pPr marL="266700" indent="-266700">
              <a:buFont typeface="Arial" panose="020B0604020202020204" pitchFamily="34" charset="0"/>
              <a:buChar char="•"/>
              <a:tabLst/>
              <a:defRPr sz="2600" spc="0">
                <a:solidFill>
                  <a:schemeClr val="accent6"/>
                </a:solidFill>
              </a:defRPr>
            </a:lvl1pPr>
            <a:lvl2pPr marL="533400" indent="-266700">
              <a:tabLst/>
              <a:defRPr sz="2200" spc="0">
                <a:solidFill>
                  <a:schemeClr val="accent6"/>
                </a:solidFill>
              </a:defRPr>
            </a:lvl2pPr>
            <a:lvl3pPr marL="800100" indent="-266700">
              <a:tabLst/>
              <a:defRPr sz="2200" spc="0">
                <a:solidFill>
                  <a:schemeClr val="accent6"/>
                </a:solidFill>
              </a:defRPr>
            </a:lvl3pPr>
            <a:lvl4pPr marL="1066800" indent="-266700">
              <a:tabLst/>
              <a:defRPr sz="2200" spc="0">
                <a:solidFill>
                  <a:schemeClr val="accent6"/>
                </a:solidFill>
              </a:defRPr>
            </a:lvl4pPr>
            <a:lvl5pPr marL="1333500" indent="-266700">
              <a:tabLst/>
              <a:defRPr sz="2200" spc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EB00031-BEA3-8F4F-BA7B-892CCF6638A7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37871" y="1112800"/>
            <a:ext cx="5240962" cy="608135"/>
          </a:xfrm>
          <a:prstGeom prst="rect">
            <a:avLst/>
          </a:prstGeo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add comparison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181DAA8-FD3A-334D-86C1-8381D1B3042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294546" y="1796232"/>
            <a:ext cx="5240962" cy="4188008"/>
          </a:xfrm>
        </p:spPr>
        <p:txBody>
          <a:bodyPr/>
          <a:lstStyle>
            <a:lvl1pPr marL="266700" indent="-266700">
              <a:buFont typeface="Arial" panose="020B0604020202020204" pitchFamily="34" charset="0"/>
              <a:buChar char="•"/>
              <a:tabLst/>
              <a:defRPr sz="2600" spc="0">
                <a:solidFill>
                  <a:schemeClr val="accent6"/>
                </a:solidFill>
              </a:defRPr>
            </a:lvl1pPr>
            <a:lvl2pPr marL="533400" indent="-266700">
              <a:tabLst/>
              <a:defRPr sz="2200" spc="0">
                <a:solidFill>
                  <a:schemeClr val="accent6"/>
                </a:solidFill>
              </a:defRPr>
            </a:lvl2pPr>
            <a:lvl3pPr marL="800100" indent="-266700">
              <a:tabLst/>
              <a:defRPr sz="2200" spc="0">
                <a:solidFill>
                  <a:schemeClr val="accent6"/>
                </a:solidFill>
              </a:defRPr>
            </a:lvl3pPr>
            <a:lvl4pPr marL="1066800" indent="-266700">
              <a:tabLst/>
              <a:defRPr sz="2200" spc="0">
                <a:solidFill>
                  <a:schemeClr val="accent6"/>
                </a:solidFill>
              </a:defRPr>
            </a:lvl4pPr>
            <a:lvl5pPr marL="1333500" indent="-266700">
              <a:tabLst/>
              <a:defRPr sz="2200" spc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E09EE15-CCCD-0940-9D75-2F3D168F611A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4546" y="1112800"/>
            <a:ext cx="5240962" cy="608135"/>
          </a:xfrm>
          <a:prstGeom prst="rect">
            <a:avLst/>
          </a:prstGeo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add comparison title</a:t>
            </a:r>
          </a:p>
        </p:txBody>
      </p:sp>
      <p:sp>
        <p:nvSpPr>
          <p:cNvPr id="12" name="Google Shape;18;p3">
            <a:extLst>
              <a:ext uri="{FF2B5EF4-FFF2-40B4-BE49-F238E27FC236}">
                <a16:creationId xmlns:a16="http://schemas.microsoft.com/office/drawing/2014/main" id="{E0E971D5-86BF-BA4D-BE24-964A9D824FEB}"/>
              </a:ext>
            </a:extLst>
          </p:cNvPr>
          <p:cNvSpPr/>
          <p:nvPr/>
        </p:nvSpPr>
        <p:spPr>
          <a:xfrm>
            <a:off x="291423" y="0"/>
            <a:ext cx="264388" cy="10048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2131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6;p9"/>
          <p:cNvSpPr/>
          <p:nvPr/>
        </p:nvSpPr>
        <p:spPr>
          <a:xfrm>
            <a:off x="8727440" y="0"/>
            <a:ext cx="346456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9DC16D-ED75-453A-88F7-F1C19E6BD492}"/>
              </a:ext>
            </a:extLst>
          </p:cNvPr>
          <p:cNvSpPr/>
          <p:nvPr/>
        </p:nvSpPr>
        <p:spPr>
          <a:xfrm>
            <a:off x="344594" y="0"/>
            <a:ext cx="323621" cy="1016487"/>
          </a:xfrm>
          <a:prstGeom prst="rect">
            <a:avLst/>
          </a:prstGeom>
          <a:solidFill>
            <a:srgbClr val="FFD1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accent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B75FBF-96F9-4C92-922F-50D17EC337D7}"/>
              </a:ext>
            </a:extLst>
          </p:cNvPr>
          <p:cNvSpPr/>
          <p:nvPr/>
        </p:nvSpPr>
        <p:spPr>
          <a:xfrm>
            <a:off x="344594" y="0"/>
            <a:ext cx="323621" cy="1016487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accent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8348" y="60083"/>
            <a:ext cx="1310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cap="all" spc="100" baseline="0" dirty="0">
                <a:solidFill>
                  <a:schemeClr val="accent6"/>
                </a:solidFill>
              </a:rPr>
              <a:t>Case Study</a:t>
            </a:r>
          </a:p>
        </p:txBody>
      </p:sp>
      <p:sp>
        <p:nvSpPr>
          <p:cNvPr id="12" name="Text Placeholder 25"/>
          <p:cNvSpPr>
            <a:spLocks noGrp="1"/>
          </p:cNvSpPr>
          <p:nvPr>
            <p:ph type="body" sz="quarter" idx="23" hasCustomPrompt="1"/>
          </p:nvPr>
        </p:nvSpPr>
        <p:spPr>
          <a:xfrm>
            <a:off x="9440928" y="1256610"/>
            <a:ext cx="2484000" cy="324000"/>
          </a:xfrm>
        </p:spPr>
        <p:txBody>
          <a:bodyPr anchor="ctr">
            <a:noAutofit/>
          </a:bodyPr>
          <a:lstStyle>
            <a:lvl1pPr marL="0" marR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 typeface="Arial" panose="020B0604020202020204" pitchFamily="34" charset="0"/>
              <a:buNone/>
              <a:tabLst/>
              <a:defRPr lang="en-US" sz="1600" b="1" kern="1200" cap="all" baseline="0" dirty="0" smtClean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108000" indent="-108000" algn="l" rtl="0" fontAlgn="auto">
              <a:spcBef>
                <a:spcPts val="40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Font typeface="Arial" panose="020B0604020202020204" pitchFamily="34" charset="0"/>
              <a:buChar char="•"/>
              <a:defRPr lang="en-US" sz="1000" kern="1200" dirty="0" smtClean="0">
                <a:solidFill>
                  <a:srgbClr val="FFD100"/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08000" indent="-108000" algn="l" rtl="0" fontAlgn="auto">
              <a:spcBef>
                <a:spcPts val="40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Font typeface="Arial" panose="020B0604020202020204" pitchFamily="34" charset="0"/>
              <a:buChar char="•"/>
              <a:defRPr lang="en-US" sz="1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08000" indent="-108000" algn="l" rtl="0" fontAlgn="auto">
              <a:spcBef>
                <a:spcPts val="40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Font typeface="Arial" panose="020B0604020202020204" pitchFamily="34" charset="0"/>
              <a:buChar char="•"/>
              <a:defRPr lang="en-US" sz="1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108000" indent="-108000" algn="l" rtl="0" fontAlgn="auto">
              <a:spcBef>
                <a:spcPts val="40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Font typeface="Arial" panose="020B0604020202020204" pitchFamily="34" charset="0"/>
              <a:buChar char="•"/>
              <a:defRPr lang="en-IN" sz="10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</a:t>
            </a:r>
          </a:p>
        </p:txBody>
      </p:sp>
      <p:sp>
        <p:nvSpPr>
          <p:cNvPr id="16" name="Picture Placeholder 34"/>
          <p:cNvSpPr>
            <a:spLocks noGrp="1"/>
          </p:cNvSpPr>
          <p:nvPr>
            <p:ph type="pic" sz="quarter" idx="18"/>
          </p:nvPr>
        </p:nvSpPr>
        <p:spPr>
          <a:xfrm>
            <a:off x="331502" y="1248876"/>
            <a:ext cx="4140000" cy="2196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IN" noProof="0" dirty="0"/>
          </a:p>
        </p:txBody>
      </p:sp>
      <p:sp>
        <p:nvSpPr>
          <p:cNvPr id="28" name="Text Placeholder 25"/>
          <p:cNvSpPr>
            <a:spLocks noGrp="1"/>
          </p:cNvSpPr>
          <p:nvPr>
            <p:ph type="body" sz="quarter" idx="24"/>
          </p:nvPr>
        </p:nvSpPr>
        <p:spPr>
          <a:xfrm>
            <a:off x="755301" y="4212138"/>
            <a:ext cx="3708000" cy="324000"/>
          </a:xfrm>
          <a:noFill/>
        </p:spPr>
        <p:txBody>
          <a:bodyPr tIns="36000" bIns="36000" anchor="ctr">
            <a:noAutofit/>
          </a:bodyPr>
          <a:lstStyle>
            <a:lvl1pPr marL="0" marR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 typeface="Arial" panose="020B0604020202020204" pitchFamily="34" charset="0"/>
              <a:buNone/>
              <a:tabLst/>
              <a:defRPr lang="en-US" sz="1600" b="1" kern="1200" cap="all" baseline="0" dirty="0" smtClean="0">
                <a:solidFill>
                  <a:schemeClr val="accent6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0" indent="0" algn="l" rtl="0" fontAlgn="auto">
              <a:spcBef>
                <a:spcPts val="40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Font typeface="Arial" panose="020B0604020202020204" pitchFamily="34" charset="0"/>
              <a:buNone/>
              <a:defRPr lang="en-US" sz="1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08000" indent="-108000" algn="l" rtl="0" fontAlgn="auto">
              <a:spcBef>
                <a:spcPts val="40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Font typeface="Arial" panose="020B0604020202020204" pitchFamily="34" charset="0"/>
              <a:buChar char="•"/>
              <a:defRPr lang="en-US" sz="1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08000" indent="-108000" algn="l" rtl="0" fontAlgn="auto">
              <a:spcBef>
                <a:spcPts val="40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Font typeface="Arial" panose="020B0604020202020204" pitchFamily="34" charset="0"/>
              <a:buChar char="•"/>
              <a:defRPr lang="en-US" sz="1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108000" indent="-108000" algn="l" rtl="0" fontAlgn="auto">
              <a:spcBef>
                <a:spcPts val="40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Font typeface="Arial" panose="020B0604020202020204" pitchFamily="34" charset="0"/>
              <a:buChar char="•"/>
              <a:defRPr lang="en-IN" sz="10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5"/>
          <p:cNvSpPr>
            <a:spLocks noGrp="1"/>
          </p:cNvSpPr>
          <p:nvPr>
            <p:ph type="body" sz="quarter" idx="25" hasCustomPrompt="1"/>
          </p:nvPr>
        </p:nvSpPr>
        <p:spPr>
          <a:xfrm>
            <a:off x="5169831" y="1256610"/>
            <a:ext cx="3384000" cy="324000"/>
          </a:xfrm>
          <a:noFill/>
        </p:spPr>
        <p:txBody>
          <a:bodyPr vert="horz" lIns="91440" tIns="36000" rIns="91440" bIns="36000" rtlCol="0" anchor="ctr">
            <a:noAutofit/>
          </a:bodyPr>
          <a:lstStyle>
            <a:lvl1pPr marL="0" indent="0">
              <a:buNone/>
              <a:defRPr lang="en-US" sz="1600" b="1" cap="all" baseline="0" dirty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marL="228600" marR="0" lvl="0" indent="-228600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tabLst/>
            </a:pPr>
            <a:r>
              <a:rPr lang="en-US" dirty="0"/>
              <a:t>Edit Master text</a:t>
            </a:r>
          </a:p>
        </p:txBody>
      </p:sp>
      <p:sp>
        <p:nvSpPr>
          <p:cNvPr id="30" name="Text Placeholder 25"/>
          <p:cNvSpPr>
            <a:spLocks noGrp="1"/>
          </p:cNvSpPr>
          <p:nvPr>
            <p:ph type="body" sz="quarter" idx="26" hasCustomPrompt="1"/>
          </p:nvPr>
        </p:nvSpPr>
        <p:spPr>
          <a:xfrm>
            <a:off x="5156740" y="3947713"/>
            <a:ext cx="3384000" cy="324000"/>
          </a:xfrm>
          <a:noFill/>
        </p:spPr>
        <p:txBody>
          <a:bodyPr vert="horz" lIns="91440" tIns="36000" rIns="91440" bIns="36000" rtlCol="0" anchor="ctr">
            <a:noAutofit/>
          </a:bodyPr>
          <a:lstStyle>
            <a:lvl1pPr marL="0" indent="0">
              <a:buNone/>
              <a:defRPr lang="en-US" sz="1600" b="1" cap="all" baseline="0" dirty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marL="228600" marR="0" lvl="0" indent="-228600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tabLst/>
            </a:pPr>
            <a:r>
              <a:rPr lang="en-US" dirty="0"/>
              <a:t>Edit Master text</a:t>
            </a:r>
          </a:p>
        </p:txBody>
      </p:sp>
      <p:sp>
        <p:nvSpPr>
          <p:cNvPr id="42" name="Text Placeholder 25">
            <a:extLst>
              <a:ext uri="{FF2B5EF4-FFF2-40B4-BE49-F238E27FC236}">
                <a16:creationId xmlns:a16="http://schemas.microsoft.com/office/drawing/2014/main" id="{6C78B37E-3242-4E5E-8387-CF3E1A18883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31502" y="4578129"/>
            <a:ext cx="4140000" cy="381000"/>
          </a:xfrm>
          <a:solidFill>
            <a:schemeClr val="accent5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buNone/>
              <a:defRPr lang="en-US" sz="1600" b="1" i="0" dirty="0">
                <a:solidFill>
                  <a:schemeClr val="accent6"/>
                </a:solidFill>
                <a:cs typeface="Segoe UI Semibold" panose="020B0702040204020203" pitchFamily="34" charset="0"/>
              </a:defRPr>
            </a:lvl1pPr>
          </a:lstStyle>
          <a:p>
            <a:pPr marL="228600" marR="0" lvl="0" indent="-228600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Tx/>
              <a:tabLst/>
            </a:pPr>
            <a:r>
              <a:rPr lang="en-US" dirty="0"/>
              <a:t>Nature of problem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604BA530-A6E8-493E-8A93-96C3210AF8F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1502" y="3493337"/>
            <a:ext cx="4140000" cy="54864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3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Description of Client</a:t>
            </a:r>
          </a:p>
        </p:txBody>
      </p:sp>
      <p:sp>
        <p:nvSpPr>
          <p:cNvPr id="58" name="Picture Placeholder 3">
            <a:extLst>
              <a:ext uri="{FF2B5EF4-FFF2-40B4-BE49-F238E27FC236}">
                <a16:creationId xmlns:a16="http://schemas.microsoft.com/office/drawing/2014/main" id="{5A9DAB98-A876-491A-AD1A-D7F9DADCBDE5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389377" y="4214138"/>
            <a:ext cx="301752" cy="301752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400">
                <a:noFill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IN" noProof="0" dirty="0"/>
          </a:p>
        </p:txBody>
      </p:sp>
      <p:sp>
        <p:nvSpPr>
          <p:cNvPr id="61" name="Picture Placeholder 3">
            <a:extLst>
              <a:ext uri="{FF2B5EF4-FFF2-40B4-BE49-F238E27FC236}">
                <a16:creationId xmlns:a16="http://schemas.microsoft.com/office/drawing/2014/main" id="{5F6230D3-7C14-4B18-AF75-CBE34C752ED0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4760753" y="1235730"/>
            <a:ext cx="365760" cy="365760"/>
          </a:xfrm>
          <a:blipFill>
            <a:blip r:embed="rId4"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400">
                <a:noFill/>
                <a:latin typeface="+mn-l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IN" noProof="0" dirty="0"/>
          </a:p>
        </p:txBody>
      </p:sp>
      <p:sp>
        <p:nvSpPr>
          <p:cNvPr id="62" name="Picture Placeholder 3">
            <a:extLst>
              <a:ext uri="{FF2B5EF4-FFF2-40B4-BE49-F238E27FC236}">
                <a16:creationId xmlns:a16="http://schemas.microsoft.com/office/drawing/2014/main" id="{36D0897C-60D5-4CF4-AE38-8675E7B2EC67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4760753" y="3917709"/>
            <a:ext cx="365760" cy="365760"/>
          </a:xfrm>
          <a:blipFill>
            <a:blip r:embed="rId5"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400">
                <a:noFill/>
                <a:latin typeface="+mn-l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IN" noProof="0" dirty="0"/>
          </a:p>
        </p:txBody>
      </p:sp>
      <p:sp>
        <p:nvSpPr>
          <p:cNvPr id="63" name="Picture Placeholder 3">
            <a:extLst>
              <a:ext uri="{FF2B5EF4-FFF2-40B4-BE49-F238E27FC236}">
                <a16:creationId xmlns:a16="http://schemas.microsoft.com/office/drawing/2014/main" id="{38FB98B7-7BD8-4B10-87E6-1A30B496C7F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837938" y="1212870"/>
            <a:ext cx="411480" cy="411480"/>
          </a:xfrm>
          <a:blipFill>
            <a:blip r:embed="rId6"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400">
                <a:noFill/>
                <a:latin typeface="+mn-l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IN" noProof="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C3A1847-408C-0245-A337-E5642C3A2D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8349" y="347540"/>
            <a:ext cx="7939092" cy="66211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u="none" kern="1200" dirty="0">
                <a:solidFill>
                  <a:schemeClr val="accent6"/>
                </a:solidFill>
                <a:latin typeface="+mj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add Case Study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E7AD2F4-7409-4D04-BCE4-2C1FF54D0C48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331502" y="4985828"/>
            <a:ext cx="4140000" cy="1252800"/>
          </a:xfrm>
        </p:spPr>
        <p:txBody>
          <a:bodyPr>
            <a:noAutofit/>
          </a:bodyPr>
          <a:lstStyle>
            <a:lvl1pPr marL="173038" indent="-173038">
              <a:spcBef>
                <a:spcPts val="288"/>
              </a:spcBef>
              <a:buClr>
                <a:schemeClr val="accent6"/>
              </a:buClr>
              <a:buFont typeface="Symbol" panose="05050102010706020507" pitchFamily="18" charset="2"/>
              <a:buChar char=""/>
              <a:defRPr sz="1200"/>
            </a:lvl1pPr>
            <a:lvl2pPr marL="358775" indent="-185738">
              <a:spcBef>
                <a:spcPts val="288"/>
              </a:spcBef>
              <a:buClr>
                <a:schemeClr val="accent6"/>
              </a:buClr>
              <a:buFont typeface="Symbol" panose="05050102010706020507" pitchFamily="18" charset="2"/>
              <a:buChar char=""/>
              <a:defRPr sz="1100"/>
            </a:lvl2pPr>
            <a:lvl3pPr marL="531813" indent="-173038">
              <a:spcBef>
                <a:spcPts val="288"/>
              </a:spcBef>
              <a:defRPr sz="1100"/>
            </a:lvl3pPr>
            <a:lvl4pPr marL="1371600" indent="0">
              <a:spcBef>
                <a:spcPts val="288"/>
              </a:spcBef>
              <a:buNone/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1AFB1BB8-D7D0-40DA-826B-C6B5D0F08DEA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4760753" y="4342695"/>
            <a:ext cx="3780000" cy="1895933"/>
          </a:xfrm>
        </p:spPr>
        <p:txBody>
          <a:bodyPr>
            <a:noAutofit/>
          </a:bodyPr>
          <a:lstStyle>
            <a:lvl1pPr marL="173038" indent="-173038">
              <a:spcBef>
                <a:spcPts val="288"/>
              </a:spcBef>
              <a:buClr>
                <a:schemeClr val="accent6"/>
              </a:buClr>
              <a:buFont typeface="Symbol" panose="05050102010706020507" pitchFamily="18" charset="2"/>
              <a:buChar char=""/>
              <a:defRPr sz="1200"/>
            </a:lvl1pPr>
            <a:lvl2pPr marL="358775" indent="-185738">
              <a:spcBef>
                <a:spcPts val="288"/>
              </a:spcBef>
              <a:buClr>
                <a:schemeClr val="accent6"/>
              </a:buClr>
              <a:buFont typeface="Symbol" panose="05050102010706020507" pitchFamily="18" charset="2"/>
              <a:buChar char=""/>
              <a:defRPr sz="1100"/>
            </a:lvl2pPr>
            <a:lvl3pPr marL="531813" indent="-173038">
              <a:spcBef>
                <a:spcPts val="288"/>
              </a:spcBef>
              <a:defRPr sz="1100"/>
            </a:lvl3pPr>
            <a:lvl4pPr marL="1371600" indent="0">
              <a:spcBef>
                <a:spcPts val="288"/>
              </a:spcBef>
              <a:buNone/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669C15DC-9127-47E3-802E-C63676194FA8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760753" y="1661329"/>
            <a:ext cx="3780000" cy="2110408"/>
          </a:xfrm>
        </p:spPr>
        <p:txBody>
          <a:bodyPr>
            <a:noAutofit/>
          </a:bodyPr>
          <a:lstStyle>
            <a:lvl1pPr marL="173038" indent="-173038">
              <a:spcBef>
                <a:spcPts val="288"/>
              </a:spcBef>
              <a:buClr>
                <a:schemeClr val="accent6"/>
              </a:buClr>
              <a:buFont typeface="Symbol" panose="05050102010706020507" pitchFamily="18" charset="2"/>
              <a:buChar char=""/>
              <a:defRPr sz="1200"/>
            </a:lvl1pPr>
            <a:lvl2pPr marL="358775" indent="-185738">
              <a:spcBef>
                <a:spcPts val="288"/>
              </a:spcBef>
              <a:buClr>
                <a:schemeClr val="accent6"/>
              </a:buClr>
              <a:buFont typeface="Symbol" panose="05050102010706020507" pitchFamily="18" charset="2"/>
              <a:buChar char=""/>
              <a:defRPr sz="1100"/>
            </a:lvl2pPr>
            <a:lvl3pPr marL="531813" indent="-173038">
              <a:spcBef>
                <a:spcPts val="288"/>
              </a:spcBef>
              <a:defRPr sz="1100"/>
            </a:lvl3pPr>
            <a:lvl4pPr marL="1371600" indent="0">
              <a:spcBef>
                <a:spcPts val="288"/>
              </a:spcBef>
              <a:buNone/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445ED13-73CB-4BE0-8975-C24339BB8464}"/>
              </a:ext>
            </a:extLst>
          </p:cNvPr>
          <p:cNvSpPr>
            <a:spLocks noGrp="1"/>
          </p:cNvSpPr>
          <p:nvPr>
            <p:ph sz="quarter" idx="59"/>
          </p:nvPr>
        </p:nvSpPr>
        <p:spPr>
          <a:xfrm>
            <a:off x="8839276" y="1823378"/>
            <a:ext cx="3096000" cy="4109551"/>
          </a:xfrm>
        </p:spPr>
        <p:txBody>
          <a:bodyPr>
            <a:noAutofit/>
          </a:bodyPr>
          <a:lstStyle>
            <a:lvl1pPr marL="266700" indent="-266700">
              <a:spcBef>
                <a:spcPts val="500"/>
              </a:spcBef>
              <a:buClr>
                <a:schemeClr val="accent5"/>
              </a:buClr>
              <a:buFont typeface="Symbol" panose="05050102010706020507" pitchFamily="18" charset="2"/>
              <a:buChar char="·"/>
              <a:defRPr sz="1600">
                <a:solidFill>
                  <a:schemeClr val="bg1"/>
                </a:solidFill>
              </a:defRPr>
            </a:lvl1pPr>
            <a:lvl2pPr marL="531813" indent="-265113">
              <a:buClr>
                <a:schemeClr val="accent5"/>
              </a:buClr>
              <a:buFont typeface="Symbol" panose="05050102010706020507" pitchFamily="18" charset="2"/>
              <a:buChar char="·"/>
              <a:defRPr sz="1400">
                <a:solidFill>
                  <a:schemeClr val="bg1"/>
                </a:solidFill>
              </a:defRPr>
            </a:lvl2pPr>
            <a:lvl3pPr marL="809625" indent="-277813">
              <a:buClr>
                <a:schemeClr val="accent5"/>
              </a:buClr>
              <a:buFont typeface="Symbol" panose="05050102010706020507" pitchFamily="18" charset="2"/>
              <a:buChar char="·"/>
              <a:defRPr sz="1400">
                <a:solidFill>
                  <a:schemeClr val="bg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08954E3-A696-E446-ACE0-1B6B0AF0ED1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652402" y="179014"/>
            <a:ext cx="1280311" cy="71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9281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5D7BAB41-4726-6543-8A09-308775B938D1}"/>
              </a:ext>
            </a:extLst>
          </p:cNvPr>
          <p:cNvSpPr txBox="1">
            <a:spLocks/>
          </p:cNvSpPr>
          <p:nvPr/>
        </p:nvSpPr>
        <p:spPr>
          <a:xfrm>
            <a:off x="192810" y="6309458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FF3945A-5E60-D147-8503-F2E9BC88BB6D}" type="slidenum">
              <a:rPr lang="en-US" sz="1400" smtClean="0">
                <a:solidFill>
                  <a:schemeClr val="accent6"/>
                </a:solidFill>
              </a:rPr>
              <a:pPr algn="ctr"/>
              <a:t>‹#›</a:t>
            </a:fld>
            <a:endParaRPr lang="en-US" sz="1400" dirty="0">
              <a:solidFill>
                <a:schemeClr val="accent6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7500F1-F422-B74A-A0E8-95AAF04B31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652401" y="179014"/>
            <a:ext cx="1280313" cy="71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4258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89826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sition Slide A">
    <p:bg>
      <p:bgPr>
        <a:solidFill>
          <a:srgbClr val="FFD1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5833582-3536-5745-84AC-5DE573BDA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9"/>
            <a:ext cx="12192000" cy="6856321"/>
          </a:xfrm>
          <a:prstGeom prst="rect">
            <a:avLst/>
          </a:prstGeom>
          <a:solidFill>
            <a:schemeClr val="accent5"/>
          </a:solidFill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161A0-EED1-4C44-BC3B-507DB25B28C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72151" y="3222625"/>
            <a:ext cx="8314351" cy="501726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add transition subtitle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579F563-DB5E-F245-BAB3-530174F352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2151" y="2400300"/>
            <a:ext cx="8314352" cy="78105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4400" b="1">
                <a:solidFill>
                  <a:schemeClr val="accent6"/>
                </a:solidFill>
              </a:defRPr>
            </a:lvl1pPr>
          </a:lstStyle>
          <a:p>
            <a:r>
              <a:rPr lang="en-GB" dirty="0"/>
              <a:t>Click to add transition title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7500F1-F422-B74A-A0E8-95AAF04B31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652401" y="179014"/>
            <a:ext cx="1280313" cy="71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9911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sition Slide B">
    <p:bg>
      <p:bgPr>
        <a:solidFill>
          <a:srgbClr val="FFD1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D59ED7C-BDF6-8F46-8256-BABE3C967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9"/>
            <a:ext cx="12192000" cy="6856321"/>
          </a:xfrm>
          <a:prstGeom prst="rect">
            <a:avLst/>
          </a:prstGeom>
          <a:solidFill>
            <a:srgbClr val="FFD100"/>
          </a:solidFill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BD46D4C-56B4-7D46-B3FA-0215830AE9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72151" y="3222625"/>
            <a:ext cx="8314351" cy="501726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add transition subtitle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EF5DBDC-71AE-1F43-A060-2AD6ED6C7A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2151" y="2400300"/>
            <a:ext cx="8314352" cy="78105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4400" b="1">
                <a:solidFill>
                  <a:schemeClr val="accent6"/>
                </a:solidFill>
              </a:defRPr>
            </a:lvl1pPr>
          </a:lstStyle>
          <a:p>
            <a:r>
              <a:rPr lang="en-GB" dirty="0"/>
              <a:t>Click to add transition title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7500F1-F422-B74A-A0E8-95AAF04B31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652401" y="179014"/>
            <a:ext cx="1280313" cy="71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7253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Slide">
    <p:bg>
      <p:bgPr>
        <a:solidFill>
          <a:srgbClr val="521D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D80A8D-6029-064C-8584-C8A73462A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9"/>
            <a:ext cx="12192000" cy="68563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32612F-4653-3246-977D-E6635B7B147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2152" y="2398815"/>
            <a:ext cx="8314352" cy="786123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defRPr sz="6400" b="1">
                <a:solidFill>
                  <a:schemeClr val="accent5"/>
                </a:solidFill>
              </a:defRPr>
            </a:lvl1pPr>
          </a:lstStyle>
          <a:p>
            <a:r>
              <a:rPr lang="en-GB" dirty="0"/>
              <a:t>Thank You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08954E3-A696-E446-ACE0-1B6B0AF0ED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652402" y="179014"/>
            <a:ext cx="1280311" cy="71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744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CB975-B32D-4D48-89F2-068C51429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6000" y="1386037"/>
            <a:ext cx="10337799" cy="4552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EB1788-1E1F-3C4E-B6A8-25DDC7283D39}"/>
              </a:ext>
            </a:extLst>
          </p:cNvPr>
          <p:cNvSpPr txBox="1">
            <a:spLocks/>
          </p:cNvSpPr>
          <p:nvPr/>
        </p:nvSpPr>
        <p:spPr>
          <a:xfrm>
            <a:off x="192810" y="6301709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FF3945A-5E60-D147-8503-F2E9BC88BB6D}" type="slidenum">
              <a:rPr lang="en-US" sz="1500" smtClean="0">
                <a:solidFill>
                  <a:schemeClr val="accent6"/>
                </a:solidFill>
              </a:rPr>
              <a:pPr algn="ctr"/>
              <a:t>‹#›</a:t>
            </a:fld>
            <a:endParaRPr lang="en-US" sz="1500" dirty="0">
              <a:solidFill>
                <a:schemeClr val="accent6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966465-BF96-F041-9630-BACB608DE51F}"/>
              </a:ext>
            </a:extLst>
          </p:cNvPr>
          <p:cNvSpPr txBox="1"/>
          <p:nvPr/>
        </p:nvSpPr>
        <p:spPr>
          <a:xfrm>
            <a:off x="623659" y="6383054"/>
            <a:ext cx="22977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accent6"/>
                </a:solidFill>
              </a:rPr>
              <a:t>Confidential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7500F1-F422-B74A-A0E8-95AAF04B3196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10652401" y="179014"/>
            <a:ext cx="1280313" cy="719999"/>
          </a:xfrm>
          <a:prstGeom prst="rect">
            <a:avLst/>
          </a:prstGeom>
        </p:spPr>
      </p:pic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016000" y="158675"/>
            <a:ext cx="9027160" cy="750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209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 dirty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95000"/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097280" indent="-182880" algn="l" defTabSz="914400" rtl="0" eaLnBrk="1" latinLnBrk="0" hangingPunct="1">
        <a:lnSpc>
          <a:spcPct val="100000"/>
        </a:lnSpc>
        <a:spcBef>
          <a:spcPts val="500"/>
        </a:spcBef>
        <a:buSzPct val="90000"/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554480" indent="-182880" algn="l" defTabSz="914400" rtl="0" eaLnBrk="1" latinLnBrk="0" hangingPunct="1">
        <a:lnSpc>
          <a:spcPct val="10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22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11680" indent="-182880" algn="l" defTabSz="914400" rtl="0" eaLnBrk="1" latinLnBrk="0" hangingPunct="1">
        <a:lnSpc>
          <a:spcPct val="10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22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662A53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lm.pw.ge.com/qm/web/console/Gas%20Power%20Technology%20-%20Controls%20(Quality%20Management)#action=com.ibm.rqm.planning.home.actionDispatcher&amp;subAction=viewTestSuite&amp;id=7322" TargetMode="External"/><Relationship Id="rId2" Type="http://schemas.openxmlformats.org/officeDocument/2006/relationships/hyperlink" Target="https://clm.pw.ge.com/qm/web/console/Gas%20Power%20Technology%20-%20Controls%20(Quality%20Management)#action=com.ibm.rqm.planning.home.actionDispatcher&amp;subAction=viewTestSuite&amp;id=5475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clm.pw.ge.com/qm/web/console/Gas%20Power%20Technology%20-%20Controls%20(Quality%20Management)#action=com.ibm.rqm.planning.home.actionDispatcher&amp;subAction=viewTestSuite&amp;id=8115" TargetMode="External"/><Relationship Id="rId4" Type="http://schemas.openxmlformats.org/officeDocument/2006/relationships/hyperlink" Target="https://clm.pw.ge.com/qm/web/console/Gas%20Power%20Technology%20-%20Controls%20(Quality%20Management)#action=com.ibm.rqm.planning.home.actionDispatcher&amp;subAction=viewTestSuite&amp;id=8114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engineeringconfluence.pw.ge.com/display/public/GPD/How+to+Apply+a+Standard+Test+Suite+to+a+Specific+Project+Test+Plan" TargetMode="Externa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engineeringconfluence.pw.ge.com/display/public/GPD/CLM+Rational+Quality+Manager+%28RQM%29+User+Guide" TargetMode="External"/><Relationship Id="rId2" Type="http://schemas.openxmlformats.org/officeDocument/2006/relationships/hyperlink" Target="https://engineeringconfluence.pw.ge.com/pages/releaseview.action?pageId=994509702" TargetMode="Externa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B1FB0-C50C-48DE-B67B-E4C7374DF0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2151" y="2249881"/>
            <a:ext cx="10167917" cy="786123"/>
          </a:xfrm>
        </p:spPr>
        <p:txBody>
          <a:bodyPr anchor="ctr">
            <a:normAutofit/>
          </a:bodyPr>
          <a:lstStyle/>
          <a:p>
            <a:r>
              <a:rPr lang="en-US" sz="5000" dirty="0"/>
              <a:t>FIRST PASS YIELD (FPY)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49DA036-EA2D-98A1-1755-CB79411A20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2151" y="3218307"/>
            <a:ext cx="8921149" cy="1916401"/>
          </a:xfrm>
        </p:spPr>
        <p:txBody>
          <a:bodyPr/>
          <a:lstStyle/>
          <a:p>
            <a:r>
              <a:rPr lang="en-US" dirty="0"/>
              <a:t>Customer Needed Date (CND)</a:t>
            </a:r>
          </a:p>
          <a:p>
            <a:r>
              <a:rPr lang="en-US" dirty="0"/>
              <a:t>&amp;</a:t>
            </a:r>
          </a:p>
          <a:p>
            <a:r>
              <a:rPr lang="en-US" dirty="0"/>
              <a:t>Manufacturing Need Date (MND)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32020D4-BBD8-21D1-E437-4AF351CCF92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972150" y="5111894"/>
            <a:ext cx="6308543" cy="786123"/>
          </a:xfrm>
        </p:spPr>
        <p:txBody>
          <a:bodyPr>
            <a:normAutofit/>
          </a:bodyPr>
          <a:lstStyle/>
          <a:p>
            <a:r>
              <a:rPr lang="en-US" dirty="0"/>
              <a:t>Controls Agile &amp; Functional Engineering (CAFÉ) </a:t>
            </a:r>
          </a:p>
        </p:txBody>
      </p:sp>
    </p:spTree>
    <p:extLst>
      <p:ext uri="{BB962C8B-B14F-4D97-AF65-F5344CB8AC3E}">
        <p14:creationId xmlns:p14="http://schemas.microsoft.com/office/powerpoint/2010/main" val="3199611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B2DB1D1B-A759-4BA2-AE76-048F968AB253}"/>
              </a:ext>
            </a:extLst>
          </p:cNvPr>
          <p:cNvSpPr txBox="1">
            <a:spLocks/>
          </p:cNvSpPr>
          <p:nvPr/>
        </p:nvSpPr>
        <p:spPr>
          <a:xfrm>
            <a:off x="672089" y="2129416"/>
            <a:ext cx="7254541" cy="807819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46FD20-95EB-57F0-A812-89CEAF0DD3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089" y="161988"/>
            <a:ext cx="11515345" cy="6376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610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3F9A1DA-D953-2491-010C-C1CE100F981F}"/>
              </a:ext>
            </a:extLst>
          </p:cNvPr>
          <p:cNvSpPr txBox="1">
            <a:spLocks/>
          </p:cNvSpPr>
          <p:nvPr/>
        </p:nvSpPr>
        <p:spPr>
          <a:xfrm>
            <a:off x="638100" y="10156"/>
            <a:ext cx="9709860" cy="807819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First Pass Yield Help Guide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DF1834-9E3F-CA9B-36D5-00C698A33D09}"/>
              </a:ext>
            </a:extLst>
          </p:cNvPr>
          <p:cNvSpPr txBox="1"/>
          <p:nvPr/>
        </p:nvSpPr>
        <p:spPr>
          <a:xfrm>
            <a:off x="764769" y="1446885"/>
            <a:ext cx="10948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GT CND &amp; MND tasks will use ETM test suites to measure and track customer delivery quality via First Pass Yield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EF5CE1-8975-BE31-2970-D0A04D6E7195}"/>
              </a:ext>
            </a:extLst>
          </p:cNvPr>
          <p:cNvSpPr txBox="1"/>
          <p:nvPr/>
        </p:nvSpPr>
        <p:spPr>
          <a:xfrm>
            <a:off x="914400" y="1911957"/>
            <a:ext cx="6101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+mj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5475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ffectLst/>
                <a:latin typeface="+mj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GT CND Test Suite All</a:t>
            </a:r>
            <a:endParaRPr lang="en-US" dirty="0">
              <a:solidFill>
                <a:schemeClr val="accent6">
                  <a:lumMod val="75000"/>
                </a:schemeClr>
              </a:solidFill>
              <a:effectLst/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394132-7E4C-8807-4E55-8E6F00877A4A}"/>
              </a:ext>
            </a:extLst>
          </p:cNvPr>
          <p:cNvSpPr txBox="1"/>
          <p:nvPr/>
        </p:nvSpPr>
        <p:spPr>
          <a:xfrm>
            <a:off x="914400" y="2412154"/>
            <a:ext cx="6099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accent6">
                    <a:lumMod val="75000"/>
                  </a:schemeClr>
                </a:solidFill>
                <a:effectLst/>
                <a:latin typeface="+mj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7322</a:t>
            </a:r>
            <a:r>
              <a:rPr lang="en-US" b="0" i="0" dirty="0">
                <a:solidFill>
                  <a:schemeClr val="accent6">
                    <a:lumMod val="75000"/>
                  </a:schemeClr>
                </a:solidFill>
                <a:latin typeface="+mj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en-US" b="0" i="0" u="none" strike="noStrike" dirty="0">
                <a:solidFill>
                  <a:schemeClr val="accent6">
                    <a:lumMod val="75000"/>
                  </a:schemeClr>
                </a:solidFill>
                <a:effectLst/>
                <a:latin typeface="+mj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GT MND Test Suite All - CAFE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680568-E2A5-3FCF-2EDA-A01170DA87E0}"/>
              </a:ext>
            </a:extLst>
          </p:cNvPr>
          <p:cNvSpPr txBox="1"/>
          <p:nvPr/>
        </p:nvSpPr>
        <p:spPr>
          <a:xfrm>
            <a:off x="914400" y="2912351"/>
            <a:ext cx="6100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chemeClr val="accent6">
                    <a:lumMod val="75000"/>
                  </a:schemeClr>
                </a:solidFill>
                <a:effectLst/>
                <a:latin typeface="+mj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8144: ST MND Test Suite - CAFE (STC)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798F34-433B-E561-ADE2-7F9B2821AB44}"/>
              </a:ext>
            </a:extLst>
          </p:cNvPr>
          <p:cNvSpPr txBox="1"/>
          <p:nvPr/>
        </p:nvSpPr>
        <p:spPr>
          <a:xfrm>
            <a:off x="914400" y="3412547"/>
            <a:ext cx="6100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chemeClr val="accent6">
                    <a:lumMod val="75000"/>
                  </a:schemeClr>
                </a:solidFill>
                <a:effectLst/>
                <a:latin typeface="+mj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8115: Plant MND Test Suite - CAFE (STC)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16943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AE25B-E130-487E-2C8B-A6361BD28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RQM Review Responsibility Matrix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BF9BC67-8638-CB13-79B7-4475143A9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840529"/>
              </p:ext>
            </p:extLst>
          </p:nvPr>
        </p:nvGraphicFramePr>
        <p:xfrm>
          <a:off x="1350915" y="1730897"/>
          <a:ext cx="3166651" cy="2771227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924380">
                  <a:extLst>
                    <a:ext uri="{9D8B030D-6E8A-4147-A177-3AD203B41FA5}">
                      <a16:colId xmlns:a16="http://schemas.microsoft.com/office/drawing/2014/main" val="4279282962"/>
                    </a:ext>
                  </a:extLst>
                </a:gridCol>
                <a:gridCol w="806578">
                  <a:extLst>
                    <a:ext uri="{9D8B030D-6E8A-4147-A177-3AD203B41FA5}">
                      <a16:colId xmlns:a16="http://schemas.microsoft.com/office/drawing/2014/main" val="383569883"/>
                    </a:ext>
                  </a:extLst>
                </a:gridCol>
                <a:gridCol w="1435693">
                  <a:extLst>
                    <a:ext uri="{9D8B030D-6E8A-4147-A177-3AD203B41FA5}">
                      <a16:colId xmlns:a16="http://schemas.microsoft.com/office/drawing/2014/main" val="3999568230"/>
                    </a:ext>
                  </a:extLst>
                </a:gridCol>
              </a:tblGrid>
              <a:tr h="238125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RQM - CND Review Responsibility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480099"/>
                  </a:ext>
                </a:extLst>
              </a:tr>
              <a:tr h="3899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MLI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CAFÉ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Controls Engineer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7019843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0330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X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3766843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4107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X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9123238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4444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X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42814823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A274P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X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68126533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A274S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X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6670589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A276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X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7260387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A312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X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06739194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A010S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X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73564428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0476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X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6928434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51A54E-2E8D-35E6-142C-AC84F619AD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3193386"/>
              </p:ext>
            </p:extLst>
          </p:nvPr>
        </p:nvGraphicFramePr>
        <p:xfrm>
          <a:off x="6593863" y="1730897"/>
          <a:ext cx="3276600" cy="238125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789046">
                  <a:extLst>
                    <a:ext uri="{9D8B030D-6E8A-4147-A177-3AD203B41FA5}">
                      <a16:colId xmlns:a16="http://schemas.microsoft.com/office/drawing/2014/main" val="1468505304"/>
                    </a:ext>
                  </a:extLst>
                </a:gridCol>
                <a:gridCol w="877428">
                  <a:extLst>
                    <a:ext uri="{9D8B030D-6E8A-4147-A177-3AD203B41FA5}">
                      <a16:colId xmlns:a16="http://schemas.microsoft.com/office/drawing/2014/main" val="711839806"/>
                    </a:ext>
                  </a:extLst>
                </a:gridCol>
                <a:gridCol w="1610126">
                  <a:extLst>
                    <a:ext uri="{9D8B030D-6E8A-4147-A177-3AD203B41FA5}">
                      <a16:colId xmlns:a16="http://schemas.microsoft.com/office/drawing/2014/main" val="2204421853"/>
                    </a:ext>
                  </a:extLst>
                </a:gridCol>
              </a:tblGrid>
              <a:tr h="238125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RQM - MND Review Responsibility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313759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MLI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CAFÉ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Hardware Engineer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1153594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A209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X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4575438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A204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X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93128716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A258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X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9219086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HMB2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X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58254618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HMB3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X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6089070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Q304A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X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7439012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Q304B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X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59922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4219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377244-F823-48B7-161A-359B4D6595D3}"/>
              </a:ext>
            </a:extLst>
          </p:cNvPr>
          <p:cNvSpPr txBox="1">
            <a:spLocks/>
          </p:cNvSpPr>
          <p:nvPr/>
        </p:nvSpPr>
        <p:spPr>
          <a:xfrm>
            <a:off x="638100" y="332884"/>
            <a:ext cx="9709860" cy="807819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Feature link with Test Plan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636886-CC01-802B-AE31-67E142B2C81E}"/>
              </a:ext>
            </a:extLst>
          </p:cNvPr>
          <p:cNvSpPr txBox="1"/>
          <p:nvPr/>
        </p:nvSpPr>
        <p:spPr>
          <a:xfrm>
            <a:off x="638099" y="1577891"/>
            <a:ext cx="77577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 From the GT Feature, navigate to the Related Test Plan shown in the Links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A10C80-95E6-818C-CEF8-4AF8FCCB29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9661"/>
          <a:stretch/>
        </p:blipFill>
        <p:spPr>
          <a:xfrm>
            <a:off x="1028296" y="3038723"/>
            <a:ext cx="2364576" cy="6286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6C651C1-535B-BE31-29B5-2B85C4167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576" y="2004542"/>
            <a:ext cx="2115355" cy="770754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A10ED59-20F9-3954-5681-F0461BA353E6}"/>
              </a:ext>
            </a:extLst>
          </p:cNvPr>
          <p:cNvCxnSpPr>
            <a:cxnSpLocks/>
            <a:stCxn id="13" idx="2"/>
            <a:endCxn id="11" idx="0"/>
          </p:cNvCxnSpPr>
          <p:nvPr/>
        </p:nvCxnSpPr>
        <p:spPr>
          <a:xfrm>
            <a:off x="1993254" y="2775296"/>
            <a:ext cx="217330" cy="26342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CC8AEBA0-F09F-26B0-8884-11E8FDABEF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2476" y="2933912"/>
            <a:ext cx="6429524" cy="3368368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5F8296E-1D3B-BC6A-8958-17FD03F9DF51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3392872" y="3353048"/>
            <a:ext cx="2369604" cy="417931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65690F6-D12B-32BC-96DB-6C2468336A37}"/>
              </a:ext>
            </a:extLst>
          </p:cNvPr>
          <p:cNvSpPr txBox="1"/>
          <p:nvPr/>
        </p:nvSpPr>
        <p:spPr>
          <a:xfrm>
            <a:off x="1028296" y="3981208"/>
            <a:ext cx="43563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2. Follow </a:t>
            </a:r>
            <a:r>
              <a:rPr lang="en-US" dirty="0">
                <a:hlinkClick r:id="rId5"/>
              </a:rPr>
              <a:t>instructions</a:t>
            </a:r>
            <a:r>
              <a:rPr lang="en-US" dirty="0"/>
              <a:t> to add applicable FPY   test suites to the Child Test Plan</a:t>
            </a:r>
          </a:p>
        </p:txBody>
      </p:sp>
    </p:spTree>
    <p:extLst>
      <p:ext uri="{BB962C8B-B14F-4D97-AF65-F5344CB8AC3E}">
        <p14:creationId xmlns:p14="http://schemas.microsoft.com/office/powerpoint/2010/main" val="2644303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8171B8-2C5E-7B50-CDB4-7BBDBFE8D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6019"/>
            <a:ext cx="12192000" cy="44952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676713-932A-6694-3904-CD96A85C58C3}"/>
              </a:ext>
            </a:extLst>
          </p:cNvPr>
          <p:cNvSpPr txBox="1"/>
          <p:nvPr/>
        </p:nvSpPr>
        <p:spPr>
          <a:xfrm>
            <a:off x="835208" y="1095307"/>
            <a:ext cx="101218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rgbClr val="172B4D"/>
                </a:solidFill>
                <a:latin typeface="GE Inspira Pitch"/>
              </a:rPr>
              <a:t>a</a:t>
            </a:r>
            <a:r>
              <a:rPr lang="en-US" b="0" i="0" dirty="0">
                <a:solidFill>
                  <a:srgbClr val="172B4D"/>
                </a:solidFill>
                <a:effectLst/>
                <a:latin typeface="GE Inspira Pitch"/>
              </a:rPr>
              <a:t>. Go to GT Feature and Links, Open the Child Test Plan for the project. (Show in previous slide)  </a:t>
            </a:r>
          </a:p>
          <a:p>
            <a:pPr algn="l"/>
            <a:r>
              <a:rPr lang="en-US" b="0" i="0" dirty="0">
                <a:solidFill>
                  <a:srgbClr val="172B4D"/>
                </a:solidFill>
                <a:effectLst/>
                <a:latin typeface="GE Inspira Pitch"/>
              </a:rPr>
              <a:t>b. Open the project child test plan</a:t>
            </a:r>
          </a:p>
          <a:p>
            <a:pPr algn="l"/>
            <a:r>
              <a:rPr lang="en-US" dirty="0">
                <a:solidFill>
                  <a:srgbClr val="172B4D"/>
                </a:solidFill>
                <a:latin typeface="GE Inspira Pitch"/>
              </a:rPr>
              <a:t>c</a:t>
            </a:r>
            <a:r>
              <a:rPr lang="en-US" b="0" i="0" dirty="0">
                <a:solidFill>
                  <a:srgbClr val="172B4D"/>
                </a:solidFill>
                <a:effectLst/>
                <a:latin typeface="GE Inspira Pitch"/>
              </a:rPr>
              <a:t>. Go to Test Suites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F14DC6-4CB5-5754-FE5A-3C7FF421A511}"/>
              </a:ext>
            </a:extLst>
          </p:cNvPr>
          <p:cNvSpPr txBox="1"/>
          <p:nvPr/>
        </p:nvSpPr>
        <p:spPr>
          <a:xfrm>
            <a:off x="656605" y="710251"/>
            <a:ext cx="84371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chemeClr val="accent6"/>
                </a:solidFill>
                <a:effectLst/>
                <a:latin typeface="GE Inspira Pitch"/>
              </a:rPr>
              <a:t>Apply a Standard Test Suite to a Specific Project Test Plan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D77A0B-F586-A19A-40ED-36BA74400649}"/>
              </a:ext>
            </a:extLst>
          </p:cNvPr>
          <p:cNvSpPr txBox="1"/>
          <p:nvPr/>
        </p:nvSpPr>
        <p:spPr>
          <a:xfrm>
            <a:off x="616414" y="85616"/>
            <a:ext cx="99946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0" i="0" dirty="0">
                <a:solidFill>
                  <a:schemeClr val="accent6"/>
                </a:solidFill>
                <a:effectLst/>
                <a:latin typeface="GE Inspira Pitch"/>
              </a:rPr>
              <a:t>Connect Project Specific Test Suite </a:t>
            </a:r>
            <a:r>
              <a:rPr lang="en-US" sz="2400" b="0" i="0" dirty="0" err="1">
                <a:solidFill>
                  <a:schemeClr val="accent6"/>
                </a:solidFill>
                <a:effectLst/>
                <a:latin typeface="GE Inspira Pitch"/>
              </a:rPr>
              <a:t>w.r.t.</a:t>
            </a:r>
            <a:r>
              <a:rPr lang="en-US" sz="2400" b="0" i="0" dirty="0">
                <a:solidFill>
                  <a:schemeClr val="accent6"/>
                </a:solidFill>
                <a:effectLst/>
                <a:latin typeface="GE Inspira Pitch"/>
              </a:rPr>
              <a:t> PBOM/CUD to Plan Summary in CLM</a:t>
            </a:r>
          </a:p>
        </p:txBody>
      </p:sp>
    </p:spTree>
    <p:extLst>
      <p:ext uri="{BB962C8B-B14F-4D97-AF65-F5344CB8AC3E}">
        <p14:creationId xmlns:p14="http://schemas.microsoft.com/office/powerpoint/2010/main" val="106912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0A0DF2-0921-1584-0952-092EAA73A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028" y="2115364"/>
            <a:ext cx="9062545" cy="43628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8AAC8C-8D76-E7B0-9BC6-A62E46591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5794" y="553213"/>
            <a:ext cx="1609725" cy="5238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FD58C5-8012-F4D9-1587-5155AFA6CC3D}"/>
              </a:ext>
            </a:extLst>
          </p:cNvPr>
          <p:cNvSpPr txBox="1"/>
          <p:nvPr/>
        </p:nvSpPr>
        <p:spPr>
          <a:xfrm>
            <a:off x="733096" y="553213"/>
            <a:ext cx="61012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rgbClr val="172B4D"/>
                </a:solidFill>
                <a:latin typeface="GE Inspira Pitch"/>
              </a:rPr>
              <a:t>d. Click Add Test Suites </a:t>
            </a:r>
          </a:p>
          <a:p>
            <a:pPr algn="l"/>
            <a:r>
              <a:rPr lang="en-US" b="0" i="0" dirty="0">
                <a:solidFill>
                  <a:srgbClr val="172B4D"/>
                </a:solidFill>
                <a:effectLst/>
                <a:latin typeface="GE Inspira Pitch"/>
              </a:rPr>
              <a:t>e. Find and select the standard test suite, click Add and Close</a:t>
            </a:r>
          </a:p>
          <a:p>
            <a:pPr algn="l"/>
            <a:r>
              <a:rPr lang="en-US" b="0" i="0" dirty="0">
                <a:solidFill>
                  <a:srgbClr val="172B4D"/>
                </a:solidFill>
                <a:effectLst/>
                <a:latin typeface="GE Inspira Pitch"/>
              </a:rPr>
              <a:t>f. Click Save </a:t>
            </a:r>
          </a:p>
        </p:txBody>
      </p:sp>
    </p:spTree>
    <p:extLst>
      <p:ext uri="{BB962C8B-B14F-4D97-AF65-F5344CB8AC3E}">
        <p14:creationId xmlns:p14="http://schemas.microsoft.com/office/powerpoint/2010/main" val="2443402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8D2C431-E017-82A5-BF0D-F6D0D9C30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0774" y="918949"/>
            <a:ext cx="2876951" cy="20100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33DE9C-066A-04E2-9F9C-00A8EDB70D2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212"/>
          <a:stretch/>
        </p:blipFill>
        <p:spPr>
          <a:xfrm>
            <a:off x="5265682" y="5244341"/>
            <a:ext cx="6038104" cy="11960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CC344E-6837-47E1-6641-29FD4F59B50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8826"/>
          <a:stretch/>
        </p:blipFill>
        <p:spPr>
          <a:xfrm>
            <a:off x="5265682" y="4178800"/>
            <a:ext cx="6140669" cy="92250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F9D94F9-2F59-6353-CC0F-CD683DFBC93A}"/>
              </a:ext>
            </a:extLst>
          </p:cNvPr>
          <p:cNvSpPr txBox="1"/>
          <p:nvPr/>
        </p:nvSpPr>
        <p:spPr>
          <a:xfrm>
            <a:off x="489329" y="1419679"/>
            <a:ext cx="49502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rgbClr val="172B4D"/>
                </a:solidFill>
                <a:latin typeface="GE Inspira Pitch"/>
              </a:rPr>
              <a:t>g. </a:t>
            </a:r>
            <a:r>
              <a:rPr lang="en-US" b="0" i="0" dirty="0">
                <a:solidFill>
                  <a:srgbClr val="172B4D"/>
                </a:solidFill>
                <a:effectLst/>
                <a:latin typeface="GE Inspira Pitch"/>
              </a:rPr>
              <a:t>Select the checkbox next to the Test Suite </a:t>
            </a:r>
          </a:p>
          <a:p>
            <a:pPr algn="l"/>
            <a:r>
              <a:rPr lang="en-US" dirty="0">
                <a:solidFill>
                  <a:srgbClr val="172B4D"/>
                </a:solidFill>
                <a:latin typeface="GE Inspira Pitch"/>
              </a:rPr>
              <a:t>h. </a:t>
            </a:r>
            <a:r>
              <a:rPr lang="en-US" b="0" i="0" dirty="0">
                <a:solidFill>
                  <a:srgbClr val="172B4D"/>
                </a:solidFill>
                <a:effectLst/>
                <a:latin typeface="GE Inspira Pitch"/>
              </a:rPr>
              <a:t>Select Copy and Replace from Action Menu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983D750-05C1-25D2-73EA-A427321B05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5682" y="2986768"/>
            <a:ext cx="5328922" cy="113426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66870B0-F0E2-CCA8-B9B4-3D363E02259D}"/>
              </a:ext>
            </a:extLst>
          </p:cNvPr>
          <p:cNvSpPr txBox="1"/>
          <p:nvPr/>
        </p:nvSpPr>
        <p:spPr>
          <a:xfrm>
            <a:off x="512535" y="2957343"/>
            <a:ext cx="44301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72B4D"/>
                </a:solidFill>
                <a:effectLst/>
                <a:latin typeface="GE Inspira Pitch"/>
              </a:rPr>
              <a:t>i. Select Include links to the same artifacts that the original artifacts link to, click Copy and Replace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4FD2D7-7871-633E-B13F-CAA2131EF801}"/>
              </a:ext>
            </a:extLst>
          </p:cNvPr>
          <p:cNvSpPr txBox="1"/>
          <p:nvPr/>
        </p:nvSpPr>
        <p:spPr>
          <a:xfrm>
            <a:off x="517984" y="4517294"/>
            <a:ext cx="45010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rgbClr val="172B4D"/>
                </a:solidFill>
                <a:latin typeface="GE Inspira Pitch"/>
              </a:rPr>
              <a:t>j. </a:t>
            </a:r>
            <a:r>
              <a:rPr lang="en-US" b="0" i="0" dirty="0">
                <a:solidFill>
                  <a:srgbClr val="172B4D"/>
                </a:solidFill>
                <a:effectLst/>
                <a:latin typeface="GE Inspira Pitch"/>
              </a:rPr>
              <a:t>Edit the title of the Test Suite by changing “Copy of” to IPS/FDM number and be sure to remove the work "Standard" if it exists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5328DC5-126B-7F87-BA00-AE59704FF3BB}"/>
              </a:ext>
            </a:extLst>
          </p:cNvPr>
          <p:cNvCxnSpPr>
            <a:cxnSpLocks/>
          </p:cNvCxnSpPr>
          <p:nvPr/>
        </p:nvCxnSpPr>
        <p:spPr>
          <a:xfrm flipH="1">
            <a:off x="9569670" y="4749799"/>
            <a:ext cx="1284889" cy="1174531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3843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C80D66-1D86-6A75-7909-4C1C96084728}"/>
              </a:ext>
            </a:extLst>
          </p:cNvPr>
          <p:cNvSpPr txBox="1"/>
          <p:nvPr/>
        </p:nvSpPr>
        <p:spPr>
          <a:xfrm>
            <a:off x="586564" y="154688"/>
            <a:ext cx="66486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rgbClr val="172B4D"/>
                </a:solidFill>
                <a:latin typeface="GE Inspira Pitch"/>
              </a:rPr>
              <a:t>3. Open the Newly create test suite.</a:t>
            </a:r>
          </a:p>
          <a:p>
            <a:pPr algn="l"/>
            <a:r>
              <a:rPr lang="en-US" b="0" i="0" dirty="0">
                <a:solidFill>
                  <a:srgbClr val="172B4D"/>
                </a:solidFill>
                <a:effectLst/>
                <a:latin typeface="GE Inspira Pitch"/>
              </a:rPr>
              <a:t>Customize the Test cases as per project</a:t>
            </a:r>
            <a:r>
              <a:rPr lang="en-US" dirty="0">
                <a:solidFill>
                  <a:srgbClr val="172B4D"/>
                </a:solidFill>
                <a:latin typeface="GE Inspira Pitch"/>
              </a:rPr>
              <a:t> PBOM/CUD Definition.</a:t>
            </a:r>
          </a:p>
          <a:p>
            <a:pPr algn="l"/>
            <a:r>
              <a:rPr lang="en-US" dirty="0">
                <a:solidFill>
                  <a:srgbClr val="172B4D"/>
                </a:solidFill>
                <a:latin typeface="GE Inspira Pitch"/>
              </a:rPr>
              <a:t>Delete the Test cases that are not applicable for the project.</a:t>
            </a:r>
            <a:endParaRPr lang="en-US" b="0" i="0" dirty="0">
              <a:solidFill>
                <a:srgbClr val="172B4D"/>
              </a:solidFill>
              <a:effectLst/>
              <a:latin typeface="GE Inspira Pitch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728CAE-F4AE-EA85-1A5B-37485040B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34" y="1209294"/>
            <a:ext cx="10290166" cy="535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687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46A37-475A-ABB1-67AA-15FBBFFF7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How to Create Test Suite Execution Record For Desired Test Suite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FB6DD2-8A3C-03C9-AAF0-2A15029D7677}"/>
              </a:ext>
            </a:extLst>
          </p:cNvPr>
          <p:cNvSpPr txBox="1"/>
          <p:nvPr/>
        </p:nvSpPr>
        <p:spPr>
          <a:xfrm>
            <a:off x="0" y="1099977"/>
            <a:ext cx="2966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6"/>
                </a:solidFill>
              </a:rPr>
              <a:t>i) Select Test Suites section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BFED55-E114-5E9B-5CA3-A88B718208ED}"/>
              </a:ext>
            </a:extLst>
          </p:cNvPr>
          <p:cNvSpPr txBox="1"/>
          <p:nvPr/>
        </p:nvSpPr>
        <p:spPr>
          <a:xfrm>
            <a:off x="-1" y="5543336"/>
            <a:ext cx="4026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6"/>
                </a:solidFill>
              </a:rPr>
              <a:t>ii) Check the box next to the test suite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C4FFC2-4FEA-BC4D-6473-9EA9FF8DD771}"/>
              </a:ext>
            </a:extLst>
          </p:cNvPr>
          <p:cNvSpPr txBox="1"/>
          <p:nvPr/>
        </p:nvSpPr>
        <p:spPr>
          <a:xfrm>
            <a:off x="5577841" y="5928870"/>
            <a:ext cx="4770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6"/>
                </a:solidFill>
              </a:rPr>
              <a:t>iii) Click the Generate Execution Record Button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0D0FE09-7C49-F403-3FF8-F39831542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300" y="1469309"/>
            <a:ext cx="10189697" cy="3805205"/>
          </a:xfrm>
          <a:prstGeom prst="rect">
            <a:avLst/>
          </a:prstGeom>
          <a:ln>
            <a:solidFill>
              <a:schemeClr val="accent6"/>
            </a:solidFill>
          </a:ln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C55899F-A257-05F2-F933-2931E5F52FAE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483320" y="1469309"/>
            <a:ext cx="518980" cy="1396986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422A04E-DA98-40CA-BEFA-65F4DF6BAED6}"/>
              </a:ext>
            </a:extLst>
          </p:cNvPr>
          <p:cNvCxnSpPr>
            <a:cxnSpLocks/>
          </p:cNvCxnSpPr>
          <p:nvPr/>
        </p:nvCxnSpPr>
        <p:spPr>
          <a:xfrm flipV="1">
            <a:off x="2101361" y="4558094"/>
            <a:ext cx="1178170" cy="953749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4B2232D-C26A-C7F5-9B1A-C165C7756C4D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10347961" y="4123595"/>
            <a:ext cx="721554" cy="1989941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8997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E8DD447-E66E-4807-FDA6-76BE46B31850}"/>
              </a:ext>
            </a:extLst>
          </p:cNvPr>
          <p:cNvSpPr txBox="1"/>
          <p:nvPr/>
        </p:nvSpPr>
        <p:spPr>
          <a:xfrm>
            <a:off x="912936" y="356534"/>
            <a:ext cx="6101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This will open pop-up for Generating Execution record</a:t>
            </a:r>
            <a:endParaRPr lang="en-US" sz="1800" dirty="0">
              <a:solidFill>
                <a:schemeClr val="accent6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55216C-ACC5-747A-F466-340A086D8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937" y="1014407"/>
            <a:ext cx="6793523" cy="202040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E206A9-11C2-82B5-48DF-9C457B3AC003}"/>
              </a:ext>
            </a:extLst>
          </p:cNvPr>
          <p:cNvSpPr txBox="1"/>
          <p:nvPr/>
        </p:nvSpPr>
        <p:spPr>
          <a:xfrm>
            <a:off x="9196754" y="983138"/>
            <a:ext cx="1693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6"/>
                </a:solidFill>
              </a:rPr>
              <a:t>iv) Click Next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94FDD0A-8B12-E81C-172A-63AD6DEA6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937" y="5050733"/>
            <a:ext cx="6424246" cy="139719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A303AD6-3FA4-66F2-FF9F-BD29F94ADD79}"/>
              </a:ext>
            </a:extLst>
          </p:cNvPr>
          <p:cNvSpPr txBox="1"/>
          <p:nvPr/>
        </p:nvSpPr>
        <p:spPr>
          <a:xfrm>
            <a:off x="8819523" y="5136198"/>
            <a:ext cx="3444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6"/>
                </a:solidFill>
              </a:rPr>
              <a:t>vi) Click Finish and Save Test Plan</a:t>
            </a:r>
            <a:endParaRPr lang="en-US" dirty="0">
              <a:solidFill>
                <a:schemeClr val="accent6"/>
              </a:solidFill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D9A11B9-B8C5-7DE7-D6C9-D3B496C99B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4937" y="3321272"/>
            <a:ext cx="7945315" cy="144300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2782CDC-FF2E-39D3-3457-60FF0FB9EA25}"/>
              </a:ext>
            </a:extLst>
          </p:cNvPr>
          <p:cNvSpPr txBox="1"/>
          <p:nvPr/>
        </p:nvSpPr>
        <p:spPr>
          <a:xfrm>
            <a:off x="10641623" y="3429000"/>
            <a:ext cx="13452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v</a:t>
            </a:r>
            <a:r>
              <a:rPr lang="en-US" sz="1800" dirty="0">
                <a:solidFill>
                  <a:schemeClr val="accent6"/>
                </a:solidFill>
              </a:rPr>
              <a:t>) Click Next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93EA9B6-4862-468F-CFFF-636C2E5ED078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8819523" y="1167804"/>
            <a:ext cx="377231" cy="184666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7734FD7-D3CE-1056-BA96-E4B353F1ABAD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9944100" y="3613666"/>
            <a:ext cx="697523" cy="114272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4595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93B993-E9FD-273D-1590-179EB1CBA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014" y="252652"/>
            <a:ext cx="10772986" cy="36686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CCF6D0-D440-01E8-FB68-BF6551FC4F23}"/>
              </a:ext>
            </a:extLst>
          </p:cNvPr>
          <p:cNvSpPr txBox="1"/>
          <p:nvPr/>
        </p:nvSpPr>
        <p:spPr>
          <a:xfrm>
            <a:off x="261114" y="3769189"/>
            <a:ext cx="20631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6"/>
                </a:solidFill>
              </a:rPr>
              <a:t>vii) Go to Test Suite Execution Records tab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1998DAD-F15C-AF11-FFC1-F3BF7509D890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1292692" y="1764792"/>
            <a:ext cx="581828" cy="200439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7A5E469-B4F7-CECA-ED33-DF71D5641A57}"/>
              </a:ext>
            </a:extLst>
          </p:cNvPr>
          <p:cNvSpPr txBox="1"/>
          <p:nvPr/>
        </p:nvSpPr>
        <p:spPr>
          <a:xfrm>
            <a:off x="1005840" y="4915825"/>
            <a:ext cx="4297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6"/>
                </a:solidFill>
              </a:rPr>
              <a:t>vii) Rename the Execution record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3FF2001-7754-5202-9463-4728E1356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670" y="5252559"/>
            <a:ext cx="5963482" cy="1400370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BF200B3-8727-32DC-5E17-1BE67F7C3F1B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3154680" y="3450877"/>
            <a:ext cx="1481328" cy="1464948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04D3B73-25A4-0D3B-E19A-5F3931F1384E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3154680" y="5285157"/>
            <a:ext cx="3429000" cy="932763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2735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16DE9-F0E9-14A0-623A-02FC66C31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7554" y="2827243"/>
            <a:ext cx="4220227" cy="807819"/>
          </a:xfrm>
        </p:spPr>
        <p:txBody>
          <a:bodyPr/>
          <a:lstStyle/>
          <a:p>
            <a:r>
              <a:rPr lang="en-US" dirty="0"/>
              <a:t>Running Test in RQM </a:t>
            </a:r>
          </a:p>
        </p:txBody>
      </p:sp>
    </p:spTree>
    <p:extLst>
      <p:ext uri="{BB962C8B-B14F-4D97-AF65-F5344CB8AC3E}">
        <p14:creationId xmlns:p14="http://schemas.microsoft.com/office/powerpoint/2010/main" val="1806999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06D4A-84FC-B045-0783-CAB6CB41C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Test From Execution Records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D8EA6DB-07AA-7C29-E905-92D3062A3F26}"/>
              </a:ext>
            </a:extLst>
          </p:cNvPr>
          <p:cNvGrpSpPr/>
          <p:nvPr/>
        </p:nvGrpSpPr>
        <p:grpSpPr>
          <a:xfrm>
            <a:off x="246185" y="1301262"/>
            <a:ext cx="11945814" cy="4845292"/>
            <a:chOff x="246185" y="1301262"/>
            <a:chExt cx="11945814" cy="484529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D23031B-7CAA-1482-65AE-795F19E7EA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03182" y="1301262"/>
              <a:ext cx="8588817" cy="3581633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48E6ADB-2036-92EA-DA20-18D65E2F9E06}"/>
                </a:ext>
              </a:extLst>
            </p:cNvPr>
            <p:cNvSpPr txBox="1"/>
            <p:nvPr/>
          </p:nvSpPr>
          <p:spPr>
            <a:xfrm>
              <a:off x="246185" y="1301262"/>
              <a:ext cx="306851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AutoNum type="arabicParenR"/>
              </a:pPr>
              <a:r>
                <a:rPr lang="en-US" dirty="0">
                  <a:solidFill>
                    <a:schemeClr val="accent6"/>
                  </a:solidFill>
                </a:rPr>
                <a:t>Go to Test Suite Execution Records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8788AAD-46ED-C13C-C2A5-FB3136ECEAF3}"/>
                </a:ext>
              </a:extLst>
            </p:cNvPr>
            <p:cNvSpPr txBox="1"/>
            <p:nvPr/>
          </p:nvSpPr>
          <p:spPr>
            <a:xfrm>
              <a:off x="342900" y="3262042"/>
              <a:ext cx="347296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accent6"/>
                  </a:solidFill>
                </a:rPr>
                <a:t>2) Select the test Suite check box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A11FE317-C303-05CA-2A21-144726A25D88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>
              <a:off x="3314700" y="1624428"/>
              <a:ext cx="662940" cy="570759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EE41704-7EC5-E59E-11A7-0EC0FC35CC91}"/>
                </a:ext>
              </a:extLst>
            </p:cNvPr>
            <p:cNvCxnSpPr>
              <a:cxnSpLocks/>
            </p:cNvCxnSpPr>
            <p:nvPr/>
          </p:nvCxnSpPr>
          <p:spPr>
            <a:xfrm>
              <a:off x="3565281" y="3446708"/>
              <a:ext cx="1043295" cy="184666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6BB3C2C-C9B5-6960-C972-C37A8C55D901}"/>
                </a:ext>
              </a:extLst>
            </p:cNvPr>
            <p:cNvSpPr txBox="1"/>
            <p:nvPr/>
          </p:nvSpPr>
          <p:spPr>
            <a:xfrm>
              <a:off x="638100" y="4328897"/>
              <a:ext cx="29271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accent6"/>
                  </a:solidFill>
                </a:rPr>
                <a:t>3) Open the dropdown menu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C2399C6-11DE-EFF8-48EF-CA192BA1D6FF}"/>
                </a:ext>
              </a:extLst>
            </p:cNvPr>
            <p:cNvSpPr txBox="1"/>
            <p:nvPr/>
          </p:nvSpPr>
          <p:spPr>
            <a:xfrm>
              <a:off x="6960869" y="5777222"/>
              <a:ext cx="203682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accent6"/>
                  </a:solidFill>
                </a:rPr>
                <a:t>4) Run the test case </a:t>
              </a:r>
              <a:endParaRPr lang="en-US" dirty="0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20EFCC1-C12F-157D-7126-42A1E8ABCBD3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 flipV="1">
              <a:off x="3565280" y="3712464"/>
              <a:ext cx="1281040" cy="801099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6DA1AC4B-137E-1A7C-DC91-D835A5EB5A92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 flipH="1" flipV="1">
              <a:off x="7431026" y="3877056"/>
              <a:ext cx="548257" cy="1900166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773171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9F77703-B462-DAC0-3713-308DBB60D773}"/>
              </a:ext>
            </a:extLst>
          </p:cNvPr>
          <p:cNvGrpSpPr/>
          <p:nvPr/>
        </p:nvGrpSpPr>
        <p:grpSpPr>
          <a:xfrm>
            <a:off x="413765" y="1148197"/>
            <a:ext cx="11778235" cy="5186295"/>
            <a:chOff x="413765" y="1148197"/>
            <a:chExt cx="11778235" cy="518629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59328A1-7C0C-A25A-DD6E-61C7B37A85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10254" y="1148197"/>
              <a:ext cx="9281746" cy="5186295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E9CE4C1-B1BD-654F-2098-2DDC4C1105BB}"/>
                </a:ext>
              </a:extLst>
            </p:cNvPr>
            <p:cNvSpPr txBox="1"/>
            <p:nvPr/>
          </p:nvSpPr>
          <p:spPr>
            <a:xfrm>
              <a:off x="413765" y="3244334"/>
              <a:ext cx="264033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accent6"/>
                  </a:solidFill>
                </a:rPr>
                <a:t>4) This will open window for Running test Suite</a:t>
              </a:r>
              <a:endParaRPr lang="en-US" dirty="0"/>
            </a:p>
          </p:txBody>
        </p: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57961C42-EEB6-4650-8DDB-77287639E40C}"/>
                </a:ext>
              </a:extLst>
            </p:cNvPr>
            <p:cNvCxnSpPr>
              <a:cxnSpLocks/>
              <a:stCxn id="2" idx="0"/>
            </p:cNvCxnSpPr>
            <p:nvPr/>
          </p:nvCxnSpPr>
          <p:spPr>
            <a:xfrm flipV="1">
              <a:off x="1733931" y="2386584"/>
              <a:ext cx="3432429" cy="857750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46788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F1C42951-1758-7CE9-7D6E-6D9AEB70EF57}"/>
              </a:ext>
            </a:extLst>
          </p:cNvPr>
          <p:cNvGrpSpPr/>
          <p:nvPr/>
        </p:nvGrpSpPr>
        <p:grpSpPr>
          <a:xfrm>
            <a:off x="-145465" y="271460"/>
            <a:ext cx="12337465" cy="6499746"/>
            <a:chOff x="-145465" y="271460"/>
            <a:chExt cx="12337465" cy="6499746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5B8835F-53E8-5F9F-14FC-65809880F702}"/>
                </a:ext>
              </a:extLst>
            </p:cNvPr>
            <p:cNvSpPr txBox="1"/>
            <p:nvPr/>
          </p:nvSpPr>
          <p:spPr>
            <a:xfrm>
              <a:off x="3336798" y="6401874"/>
              <a:ext cx="45293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7030A0"/>
                  </a:solidFill>
                </a:rPr>
                <a:t>7) Finish to Run only non selected test case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9F7D52B0-EB6B-C227-6225-9615AED2BCA1}"/>
                </a:ext>
              </a:extLst>
            </p:cNvPr>
            <p:cNvGrpSpPr/>
            <p:nvPr/>
          </p:nvGrpSpPr>
          <p:grpSpPr>
            <a:xfrm>
              <a:off x="-145465" y="271460"/>
              <a:ext cx="12337465" cy="5851046"/>
              <a:chOff x="-145465" y="271460"/>
              <a:chExt cx="12337465" cy="58510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BC1B817-7219-170A-4D16-8D04C1EF713C}"/>
                  </a:ext>
                </a:extLst>
              </p:cNvPr>
              <p:cNvSpPr txBox="1"/>
              <p:nvPr/>
            </p:nvSpPr>
            <p:spPr>
              <a:xfrm>
                <a:off x="-145465" y="1674614"/>
                <a:ext cx="307375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dirty="0">
                    <a:solidFill>
                      <a:srgbClr val="7030A0"/>
                    </a:solidFill>
                  </a:rPr>
                  <a:t>5) Select test case that are to be exclude from execution. </a:t>
                </a:r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F38B1033-844A-E5D0-09DB-58C018FAB899}"/>
                  </a:ext>
                </a:extLst>
              </p:cNvPr>
              <p:cNvGrpSpPr/>
              <p:nvPr/>
            </p:nvGrpSpPr>
            <p:grpSpPr>
              <a:xfrm>
                <a:off x="3540253" y="271460"/>
                <a:ext cx="8651747" cy="5851046"/>
                <a:chOff x="3540253" y="271460"/>
                <a:chExt cx="8651747" cy="5851046"/>
              </a:xfrm>
            </p:grpSpPr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BD9256D8-9EBB-7F72-9DD6-3F47BD6CC1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3540253" y="271460"/>
                  <a:ext cx="8651747" cy="5851046"/>
                </a:xfrm>
                <a:prstGeom prst="rect">
                  <a:avLst/>
                </a:prstGeom>
              </p:spPr>
            </p:pic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C534648F-B045-947A-6F02-26184E7981D6}"/>
                    </a:ext>
                  </a:extLst>
                </p:cNvPr>
                <p:cNvSpPr txBox="1"/>
                <p:nvPr/>
              </p:nvSpPr>
              <p:spPr>
                <a:xfrm>
                  <a:off x="7580377" y="488082"/>
                  <a:ext cx="3220212" cy="369332"/>
                </a:xfrm>
                <a:prstGeom prst="rect">
                  <a:avLst/>
                </a:prstGeom>
                <a:noFill/>
                <a:ln>
                  <a:solidFill>
                    <a:srgbClr val="7030A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dirty="0">
                      <a:solidFill>
                        <a:srgbClr val="7030A0"/>
                      </a:solidFill>
                    </a:rPr>
                    <a:t>6) Select Exclude from Execution</a:t>
                  </a:r>
                </a:p>
              </p:txBody>
            </p:sp>
            <p:cxnSp>
              <p:nvCxnSpPr>
                <p:cNvPr id="7" name="Straight Arrow Connector 6">
                  <a:extLst>
                    <a:ext uri="{FF2B5EF4-FFF2-40B4-BE49-F238E27FC236}">
                      <a16:creationId xmlns:a16="http://schemas.microsoft.com/office/drawing/2014/main" id="{8EED4DD8-81F2-A61B-49AD-DC468A0008D6}"/>
                    </a:ext>
                  </a:extLst>
                </p:cNvPr>
                <p:cNvCxnSpPr>
                  <a:cxnSpLocks/>
                  <a:stCxn id="6" idx="2"/>
                </p:cNvCxnSpPr>
                <p:nvPr/>
              </p:nvCxnSpPr>
              <p:spPr>
                <a:xfrm>
                  <a:off x="9190483" y="857414"/>
                  <a:ext cx="1610106" cy="1049184"/>
                </a:xfrm>
                <a:prstGeom prst="straightConnector1">
                  <a:avLst/>
                </a:prstGeom>
                <a:ln>
                  <a:solidFill>
                    <a:srgbClr val="7030A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DC76C1CC-6CC1-B065-F757-C0A0E3A0690D}"/>
                  </a:ext>
                </a:extLst>
              </p:cNvPr>
              <p:cNvCxnSpPr>
                <a:cxnSpLocks/>
                <a:stCxn id="3" idx="3"/>
              </p:cNvCxnSpPr>
              <p:nvPr/>
            </p:nvCxnSpPr>
            <p:spPr>
              <a:xfrm>
                <a:off x="2928286" y="1997780"/>
                <a:ext cx="839042" cy="670371"/>
              </a:xfrm>
              <a:prstGeom prst="straightConnector1">
                <a:avLst/>
              </a:prstGeom>
              <a:ln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E6ABAA30-B5F9-3397-6C5C-A0F78AE1E8B4}"/>
                  </a:ext>
                </a:extLst>
              </p:cNvPr>
              <p:cNvCxnSpPr>
                <a:cxnSpLocks/>
                <a:stCxn id="3" idx="3"/>
              </p:cNvCxnSpPr>
              <p:nvPr/>
            </p:nvCxnSpPr>
            <p:spPr>
              <a:xfrm>
                <a:off x="2928286" y="1997780"/>
                <a:ext cx="839042" cy="992308"/>
              </a:xfrm>
              <a:prstGeom prst="straightConnector1">
                <a:avLst/>
              </a:prstGeom>
              <a:ln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5A39FFB8-972B-2466-E441-0529475364BC}"/>
                  </a:ext>
                </a:extLst>
              </p:cNvPr>
              <p:cNvCxnSpPr>
                <a:cxnSpLocks/>
                <a:stCxn id="3" idx="3"/>
              </p:cNvCxnSpPr>
              <p:nvPr/>
            </p:nvCxnSpPr>
            <p:spPr>
              <a:xfrm>
                <a:off x="2928286" y="1997780"/>
                <a:ext cx="765890" cy="1271676"/>
              </a:xfrm>
              <a:prstGeom prst="straightConnector1">
                <a:avLst/>
              </a:prstGeom>
              <a:ln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3AFA129-DA39-FF26-1029-CE551E0BFF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66126" y="5916168"/>
              <a:ext cx="308610" cy="670372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293641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C6C9F44-EDDE-0891-7145-B7E0322865DA}"/>
              </a:ext>
            </a:extLst>
          </p:cNvPr>
          <p:cNvGrpSpPr/>
          <p:nvPr/>
        </p:nvGrpSpPr>
        <p:grpSpPr>
          <a:xfrm>
            <a:off x="0" y="27431"/>
            <a:ext cx="12192000" cy="2923201"/>
            <a:chOff x="0" y="27431"/>
            <a:chExt cx="12192000" cy="292320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FAA27C1-F75D-7056-4689-06B391351A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527"/>
            <a:stretch/>
          </p:blipFill>
          <p:spPr>
            <a:xfrm>
              <a:off x="0" y="27431"/>
              <a:ext cx="12192000" cy="2923201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B91F020-007F-4B89-90C8-7A0D4E603EF8}"/>
                </a:ext>
              </a:extLst>
            </p:cNvPr>
            <p:cNvSpPr txBox="1"/>
            <p:nvPr/>
          </p:nvSpPr>
          <p:spPr>
            <a:xfrm>
              <a:off x="4572000" y="929116"/>
              <a:ext cx="40073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7030A0"/>
                  </a:solidFill>
                </a:rPr>
                <a:t>8) Start manual Test for running the case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385B474B-114D-2511-36B5-D59BDA2338A8}"/>
                </a:ext>
              </a:extLst>
            </p:cNvPr>
            <p:cNvCxnSpPr>
              <a:cxnSpLocks/>
            </p:cNvCxnSpPr>
            <p:nvPr/>
          </p:nvCxnSpPr>
          <p:spPr>
            <a:xfrm>
              <a:off x="6575679" y="1298448"/>
              <a:ext cx="968121" cy="1106424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F88618C-EB9D-F5A5-872D-9746FF4A9450}"/>
                </a:ext>
              </a:extLst>
            </p:cNvPr>
            <p:cNvSpPr/>
            <p:nvPr/>
          </p:nvSpPr>
          <p:spPr>
            <a:xfrm>
              <a:off x="7543800" y="2404872"/>
              <a:ext cx="969264" cy="265176"/>
            </a:xfrm>
            <a:prstGeom prst="rect">
              <a:avLst/>
            </a:prstGeom>
            <a:noFill/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6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14857D8-2172-E40C-6857-D30AB6B6298A}"/>
              </a:ext>
            </a:extLst>
          </p:cNvPr>
          <p:cNvGrpSpPr/>
          <p:nvPr/>
        </p:nvGrpSpPr>
        <p:grpSpPr>
          <a:xfrm>
            <a:off x="-85344" y="3346704"/>
            <a:ext cx="11881103" cy="3484432"/>
            <a:chOff x="-85344" y="3346704"/>
            <a:chExt cx="11881103" cy="34844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0D0B264-4291-479D-7D42-FBA7910988C2}"/>
                </a:ext>
              </a:extLst>
            </p:cNvPr>
            <p:cNvSpPr txBox="1"/>
            <p:nvPr/>
          </p:nvSpPr>
          <p:spPr>
            <a:xfrm>
              <a:off x="-85344" y="4339828"/>
              <a:ext cx="400735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7030A0"/>
                  </a:solidFill>
                </a:rPr>
                <a:t>9) Process all the question in test case, add required comments and passed/failed/skipped results</a:t>
              </a:r>
            </a:p>
            <a:p>
              <a:pPr algn="r"/>
              <a:r>
                <a:rPr lang="en-US" dirty="0">
                  <a:solidFill>
                    <a:srgbClr val="7030A0"/>
                  </a:solidFill>
                </a:rPr>
                <a:t>(Add attachment if applicable)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17436B0-FB4B-68E8-AA24-88C4A3410A42}"/>
                </a:ext>
              </a:extLst>
            </p:cNvPr>
            <p:cNvGrpSpPr/>
            <p:nvPr/>
          </p:nvGrpSpPr>
          <p:grpSpPr>
            <a:xfrm>
              <a:off x="3922014" y="3346704"/>
              <a:ext cx="7873745" cy="3484432"/>
              <a:chOff x="3922014" y="3346704"/>
              <a:chExt cx="7873745" cy="3484432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CD98D8C-3C04-B8F9-FCB9-86AED21516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56488" y="3346704"/>
                <a:ext cx="7339271" cy="3484432"/>
              </a:xfrm>
              <a:prstGeom prst="rect">
                <a:avLst/>
              </a:prstGeom>
            </p:spPr>
          </p:pic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224F129-350A-8D23-D573-B5FD1E3BDE3F}"/>
                  </a:ext>
                </a:extLst>
              </p:cNvPr>
              <p:cNvSpPr/>
              <p:nvPr/>
            </p:nvSpPr>
            <p:spPr>
              <a:xfrm>
                <a:off x="4898136" y="5775960"/>
                <a:ext cx="1264920" cy="265176"/>
              </a:xfrm>
              <a:prstGeom prst="rect">
                <a:avLst/>
              </a:prstGeom>
              <a:noFill/>
              <a:ln w="28575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accent6"/>
                  </a:solidFill>
                </a:endParaRPr>
              </a:p>
            </p:txBody>
          </p: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C9C03FB7-2B88-8FE4-7AD4-B3E2C74D091D}"/>
                  </a:ext>
                </a:extLst>
              </p:cNvPr>
              <p:cNvCxnSpPr>
                <a:cxnSpLocks/>
                <a:stCxn id="17" idx="3"/>
                <a:endCxn id="16" idx="1"/>
              </p:cNvCxnSpPr>
              <p:nvPr/>
            </p:nvCxnSpPr>
            <p:spPr>
              <a:xfrm>
                <a:off x="3922014" y="4939993"/>
                <a:ext cx="976122" cy="968555"/>
              </a:xfrm>
              <a:prstGeom prst="straightConnector1">
                <a:avLst/>
              </a:prstGeom>
              <a:ln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3578436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FBEDA9-C2C6-5FAD-B10A-850688E0F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584" y="1127092"/>
            <a:ext cx="10838688" cy="52188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F48717-540C-6FCC-9DF3-5712B5E19368}"/>
              </a:ext>
            </a:extLst>
          </p:cNvPr>
          <p:cNvSpPr txBox="1"/>
          <p:nvPr/>
        </p:nvSpPr>
        <p:spPr>
          <a:xfrm>
            <a:off x="783336" y="590788"/>
            <a:ext cx="7098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7030A0"/>
                </a:solidFill>
              </a:rPr>
              <a:t>10) After running the case, it will show the result page as shown below.</a:t>
            </a:r>
          </a:p>
        </p:txBody>
      </p:sp>
    </p:spTree>
    <p:extLst>
      <p:ext uri="{BB962C8B-B14F-4D97-AF65-F5344CB8AC3E}">
        <p14:creationId xmlns:p14="http://schemas.microsoft.com/office/powerpoint/2010/main" val="4865513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17BA4B-1438-39EF-5247-936E8B38BA4C}"/>
              </a:ext>
            </a:extLst>
          </p:cNvPr>
          <p:cNvSpPr txBox="1"/>
          <p:nvPr/>
        </p:nvSpPr>
        <p:spPr>
          <a:xfrm>
            <a:off x="1060704" y="254068"/>
            <a:ext cx="6958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11) Go to Categories section and Change the First Pass Yield as “True”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B68292-8152-042F-4F8E-E0C4EE429BC1}"/>
              </a:ext>
            </a:extLst>
          </p:cNvPr>
          <p:cNvSpPr txBox="1"/>
          <p:nvPr/>
        </p:nvSpPr>
        <p:spPr>
          <a:xfrm>
            <a:off x="676656" y="689694"/>
            <a:ext cx="10341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Note: This is important step, if don’t select it as True, and Save the results will not show the result in Query. 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92B78D0-B42D-6B4F-8317-A848023F6AA2}"/>
              </a:ext>
            </a:extLst>
          </p:cNvPr>
          <p:cNvGrpSpPr/>
          <p:nvPr/>
        </p:nvGrpSpPr>
        <p:grpSpPr>
          <a:xfrm>
            <a:off x="0" y="1188720"/>
            <a:ext cx="12192000" cy="5650992"/>
            <a:chOff x="0" y="1188720"/>
            <a:chExt cx="12192000" cy="5650992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0025C21-B2DF-D30C-FCC8-728800B43DD6}"/>
                </a:ext>
              </a:extLst>
            </p:cNvPr>
            <p:cNvGrpSpPr/>
            <p:nvPr/>
          </p:nvGrpSpPr>
          <p:grpSpPr>
            <a:xfrm>
              <a:off x="0" y="1188720"/>
              <a:ext cx="12192000" cy="5650992"/>
              <a:chOff x="0" y="1188720"/>
              <a:chExt cx="12192000" cy="5650992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CB01CF39-0A87-CCEF-A4A6-D421ED11DEC3}"/>
                  </a:ext>
                </a:extLst>
              </p:cNvPr>
              <p:cNvGrpSpPr/>
              <p:nvPr/>
            </p:nvGrpSpPr>
            <p:grpSpPr>
              <a:xfrm>
                <a:off x="0" y="1188720"/>
                <a:ext cx="12192000" cy="5650992"/>
                <a:chOff x="0" y="996696"/>
                <a:chExt cx="12192000" cy="5650992"/>
              </a:xfrm>
            </p:grpSpPr>
            <p:pic>
              <p:nvPicPr>
                <p:cNvPr id="7" name="Picture 6">
                  <a:extLst>
                    <a:ext uri="{FF2B5EF4-FFF2-40B4-BE49-F238E27FC236}">
                      <a16:creationId xmlns:a16="http://schemas.microsoft.com/office/drawing/2014/main" id="{300516DD-86EB-B55B-93C6-58C3861D3F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t="6362"/>
                <a:stretch/>
              </p:blipFill>
              <p:spPr>
                <a:xfrm>
                  <a:off x="0" y="996696"/>
                  <a:ext cx="12192000" cy="5650992"/>
                </a:xfrm>
                <a:prstGeom prst="rect">
                  <a:avLst/>
                </a:prstGeom>
              </p:spPr>
            </p:pic>
            <p:cxnSp>
              <p:nvCxnSpPr>
                <p:cNvPr id="9" name="Straight Arrow Connector 8">
                  <a:extLst>
                    <a:ext uri="{FF2B5EF4-FFF2-40B4-BE49-F238E27FC236}">
                      <a16:creationId xmlns:a16="http://schemas.microsoft.com/office/drawing/2014/main" id="{782AF117-A6D6-CCB7-9DDC-7F0A3E083161}"/>
                    </a:ext>
                  </a:extLst>
                </p:cNvPr>
                <p:cNvCxnSpPr>
                  <a:cxnSpLocks/>
                  <a:stCxn id="16" idx="1"/>
                  <a:endCxn id="10" idx="3"/>
                </p:cNvCxnSpPr>
                <p:nvPr/>
              </p:nvCxnSpPr>
              <p:spPr>
                <a:xfrm flipH="1" flipV="1">
                  <a:off x="4539996" y="5408568"/>
                  <a:ext cx="562356" cy="317254"/>
                </a:xfrm>
                <a:prstGeom prst="straightConnector1">
                  <a:avLst/>
                </a:prstGeom>
                <a:ln>
                  <a:solidFill>
                    <a:srgbClr val="7030A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F48153FE-9D8C-9C38-8016-F55B1BF87366}"/>
                    </a:ext>
                  </a:extLst>
                </p:cNvPr>
                <p:cNvSpPr/>
                <p:nvPr/>
              </p:nvSpPr>
              <p:spPr>
                <a:xfrm>
                  <a:off x="2382012" y="5275980"/>
                  <a:ext cx="2157984" cy="265176"/>
                </a:xfrm>
                <a:prstGeom prst="rect">
                  <a:avLst/>
                </a:prstGeom>
                <a:noFill/>
                <a:ln w="28575"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accent6"/>
                    </a:solidFill>
                  </a:endParaRP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DBFEE99-B936-5B1C-8A03-7C5B737B3099}"/>
                    </a:ext>
                  </a:extLst>
                </p:cNvPr>
                <p:cNvSpPr txBox="1"/>
                <p:nvPr/>
              </p:nvSpPr>
              <p:spPr>
                <a:xfrm>
                  <a:off x="5102352" y="5541156"/>
                  <a:ext cx="2549654" cy="369332"/>
                </a:xfrm>
                <a:prstGeom prst="rect">
                  <a:avLst/>
                </a:prstGeom>
                <a:noFill/>
                <a:ln>
                  <a:solidFill>
                    <a:srgbClr val="7030A0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dirty="0">
                      <a:solidFill>
                        <a:srgbClr val="7030A0"/>
                      </a:solidFill>
                    </a:rPr>
                    <a:t>12) Update this to “True”</a:t>
                  </a:r>
                  <a:endParaRPr lang="en-US" dirty="0"/>
                </a:p>
              </p:txBody>
            </p:sp>
          </p:grp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358FAD2-E1FE-B863-0872-40D223EC9183}"/>
                  </a:ext>
                </a:extLst>
              </p:cNvPr>
              <p:cNvSpPr txBox="1"/>
              <p:nvPr/>
            </p:nvSpPr>
            <p:spPr>
              <a:xfrm>
                <a:off x="9199418" y="1878722"/>
                <a:ext cx="2148286" cy="369332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7030A0"/>
                    </a:solidFill>
                  </a:rPr>
                  <a:t>13) Save the Section</a:t>
                </a:r>
                <a:endParaRPr lang="en-US" dirty="0"/>
              </a:p>
            </p:txBody>
          </p: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B5BE05E8-1FBE-C655-798E-D50EE0181F6D}"/>
                  </a:ext>
                </a:extLst>
              </p:cNvPr>
              <p:cNvCxnSpPr>
                <a:cxnSpLocks/>
                <a:stCxn id="23" idx="3"/>
              </p:cNvCxnSpPr>
              <p:nvPr/>
            </p:nvCxnSpPr>
            <p:spPr>
              <a:xfrm flipV="1">
                <a:off x="11347704" y="1558052"/>
                <a:ext cx="402336" cy="505336"/>
              </a:xfrm>
              <a:prstGeom prst="straightConnector1">
                <a:avLst/>
              </a:prstGeom>
              <a:ln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9F92DAB-D010-D78D-C918-BD255D2B9DB8}"/>
                </a:ext>
              </a:extLst>
            </p:cNvPr>
            <p:cNvSpPr/>
            <p:nvPr/>
          </p:nvSpPr>
          <p:spPr>
            <a:xfrm>
              <a:off x="11274552" y="1188720"/>
              <a:ext cx="917448" cy="369332"/>
            </a:xfrm>
            <a:prstGeom prst="rect">
              <a:avLst/>
            </a:prstGeom>
            <a:noFill/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6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01031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1A904B-5621-F445-8E3A-98F27917B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0262"/>
            <a:ext cx="12192000" cy="48939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474F191-1817-76A1-D651-B114994D8689}"/>
              </a:ext>
            </a:extLst>
          </p:cNvPr>
          <p:cNvSpPr txBox="1"/>
          <p:nvPr/>
        </p:nvSpPr>
        <p:spPr>
          <a:xfrm>
            <a:off x="743712" y="766132"/>
            <a:ext cx="10988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From the Child test Plan go to section “Test Case Execution records” to see all the Cases and status of the execution.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EBDF39-D28F-2997-BC6F-D00D975E7A72}"/>
              </a:ext>
            </a:extLst>
          </p:cNvPr>
          <p:cNvSpPr txBox="1"/>
          <p:nvPr/>
        </p:nvSpPr>
        <p:spPr>
          <a:xfrm>
            <a:off x="1453896" y="6294966"/>
            <a:ext cx="10341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Note: Please don’t delete any records. Retrieving deleted records is not possible. </a:t>
            </a:r>
          </a:p>
        </p:txBody>
      </p:sp>
    </p:spTree>
    <p:extLst>
      <p:ext uri="{BB962C8B-B14F-4D97-AF65-F5344CB8AC3E}">
        <p14:creationId xmlns:p14="http://schemas.microsoft.com/office/powerpoint/2010/main" val="28777324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E1F1604-A919-3E8E-875E-23D4FEB7B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100" y="130225"/>
            <a:ext cx="9709860" cy="807819"/>
          </a:xfrm>
        </p:spPr>
        <p:txBody>
          <a:bodyPr>
            <a:normAutofit fontScale="90000"/>
          </a:bodyPr>
          <a:lstStyle/>
          <a:p>
            <a:r>
              <a:rPr lang="en-US" dirty="0"/>
              <a:t>Setting Additional Reviewers or Approvers for Test Suite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3C9AD2A-E9F3-FBD3-73CD-D386F9CECE21}"/>
              </a:ext>
            </a:extLst>
          </p:cNvPr>
          <p:cNvGrpSpPr/>
          <p:nvPr/>
        </p:nvGrpSpPr>
        <p:grpSpPr>
          <a:xfrm>
            <a:off x="608076" y="1254765"/>
            <a:ext cx="7986807" cy="2359711"/>
            <a:chOff x="608076" y="889005"/>
            <a:chExt cx="7986807" cy="235971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C7A7BAA-0953-3778-1FCB-6FFDFC6598EC}"/>
                </a:ext>
              </a:extLst>
            </p:cNvPr>
            <p:cNvSpPr txBox="1"/>
            <p:nvPr/>
          </p:nvSpPr>
          <p:spPr>
            <a:xfrm>
              <a:off x="608076" y="1261864"/>
              <a:ext cx="348843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1) After Running the all test cases. 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6827CD8-886C-6AE4-6AC1-6D4730962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29220" y="889005"/>
              <a:ext cx="4165663" cy="235971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1E14C49-C58C-367E-BCB2-18EEBE6E44D8}"/>
                </a:ext>
              </a:extLst>
            </p:cNvPr>
            <p:cNvSpPr txBox="1"/>
            <p:nvPr/>
          </p:nvSpPr>
          <p:spPr>
            <a:xfrm>
              <a:off x="1709928" y="1754359"/>
              <a:ext cx="2286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2) Go to the Test Suite 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AA5759D-1979-A316-6030-7824F53C9C9E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 flipV="1">
              <a:off x="3995928" y="1770593"/>
              <a:ext cx="433292" cy="168432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8F673D8-3424-EC90-C33F-5E1AC3DAD361}"/>
                </a:ext>
              </a:extLst>
            </p:cNvPr>
            <p:cNvSpPr txBox="1"/>
            <p:nvPr/>
          </p:nvSpPr>
          <p:spPr>
            <a:xfrm>
              <a:off x="1709928" y="2666815"/>
              <a:ext cx="2286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3) Open the Test Suite 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31A2C85-79D4-CDBA-8C51-6163DCC5A88A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3995928" y="2851481"/>
              <a:ext cx="3043428" cy="260938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D6DEB73-3932-09F4-5EEB-E396436CA453}"/>
              </a:ext>
            </a:extLst>
          </p:cNvPr>
          <p:cNvGrpSpPr/>
          <p:nvPr/>
        </p:nvGrpSpPr>
        <p:grpSpPr>
          <a:xfrm>
            <a:off x="47470" y="3616696"/>
            <a:ext cx="11851922" cy="2947623"/>
            <a:chOff x="47470" y="3479536"/>
            <a:chExt cx="11851922" cy="294762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61B9974-81B8-522A-4CF3-34BE7AE97F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24712" y="4276872"/>
              <a:ext cx="10774680" cy="2150287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CD255D1-33C3-BF14-69B2-5FCD9ABB92B6}"/>
                </a:ext>
              </a:extLst>
            </p:cNvPr>
            <p:cNvSpPr txBox="1"/>
            <p:nvPr/>
          </p:nvSpPr>
          <p:spPr>
            <a:xfrm>
              <a:off x="47470" y="3479536"/>
              <a:ext cx="25128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4) Select Formal Review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508F63A-52D0-7CDF-AB0D-BBAB8BB50CF7}"/>
                </a:ext>
              </a:extLst>
            </p:cNvPr>
            <p:cNvSpPr txBox="1"/>
            <p:nvPr/>
          </p:nvSpPr>
          <p:spPr>
            <a:xfrm>
              <a:off x="3840480" y="3532340"/>
              <a:ext cx="26391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5) Set “Ready for Review”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D10EC0F-06F9-CF83-E2A0-C6924E28B6D6}"/>
                </a:ext>
              </a:extLst>
            </p:cNvPr>
            <p:cNvSpPr txBox="1"/>
            <p:nvPr/>
          </p:nvSpPr>
          <p:spPr>
            <a:xfrm>
              <a:off x="10671048" y="3527524"/>
              <a:ext cx="1024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6) Save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365E2EDA-6F7A-61E5-6ED4-BB40C1596E20}"/>
                </a:ext>
              </a:extLst>
            </p:cNvPr>
            <p:cNvCxnSpPr>
              <a:cxnSpLocks/>
              <a:stCxn id="12" idx="2"/>
              <a:endCxn id="39" idx="0"/>
            </p:cNvCxnSpPr>
            <p:nvPr/>
          </p:nvCxnSpPr>
          <p:spPr>
            <a:xfrm>
              <a:off x="1303895" y="3848868"/>
              <a:ext cx="310021" cy="1015740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77C3AF2-369C-943A-74FA-7AA4C5160625}"/>
                </a:ext>
              </a:extLst>
            </p:cNvPr>
            <p:cNvCxnSpPr>
              <a:cxnSpLocks/>
              <a:stCxn id="13" idx="2"/>
              <a:endCxn id="29" idx="0"/>
            </p:cNvCxnSpPr>
            <p:nvPr/>
          </p:nvCxnSpPr>
          <p:spPr>
            <a:xfrm flipH="1">
              <a:off x="4962382" y="3901672"/>
              <a:ext cx="197656" cy="716048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7C1DEDB-9544-A928-ADEF-6EEC75DBA805}"/>
                </a:ext>
              </a:extLst>
            </p:cNvPr>
            <p:cNvSpPr/>
            <p:nvPr/>
          </p:nvSpPr>
          <p:spPr>
            <a:xfrm>
              <a:off x="4429220" y="4617720"/>
              <a:ext cx="1066324" cy="384048"/>
            </a:xfrm>
            <a:prstGeom prst="rect">
              <a:avLst/>
            </a:pr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6"/>
                </a:solidFill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A4673115-74B5-3EFA-C8DB-72ACAD28C0D6}"/>
                </a:ext>
              </a:extLst>
            </p:cNvPr>
            <p:cNvCxnSpPr>
              <a:cxnSpLocks/>
              <a:stCxn id="14" idx="2"/>
              <a:endCxn id="40" idx="0"/>
            </p:cNvCxnSpPr>
            <p:nvPr/>
          </p:nvCxnSpPr>
          <p:spPr>
            <a:xfrm>
              <a:off x="11183113" y="3896856"/>
              <a:ext cx="358139" cy="407174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9F8B5CE-B3DF-CC1F-4B09-15AE20A91392}"/>
                </a:ext>
              </a:extLst>
            </p:cNvPr>
            <p:cNvSpPr/>
            <p:nvPr/>
          </p:nvSpPr>
          <p:spPr>
            <a:xfrm>
              <a:off x="1124712" y="4864608"/>
              <a:ext cx="978408" cy="105416"/>
            </a:xfrm>
            <a:prstGeom prst="rect">
              <a:avLst/>
            </a:pr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6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16B3976-851A-E1FB-3DC3-4BE75E2ABE75}"/>
                </a:ext>
              </a:extLst>
            </p:cNvPr>
            <p:cNvSpPr/>
            <p:nvPr/>
          </p:nvSpPr>
          <p:spPr>
            <a:xfrm>
              <a:off x="11183112" y="4304030"/>
              <a:ext cx="716279" cy="313690"/>
            </a:xfrm>
            <a:prstGeom prst="rect">
              <a:avLst/>
            </a:pr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6"/>
                </a:solidFill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D5FCBEA7-C502-03A2-6326-4F8620C6D329}"/>
              </a:ext>
            </a:extLst>
          </p:cNvPr>
          <p:cNvSpPr txBox="1"/>
          <p:nvPr/>
        </p:nvSpPr>
        <p:spPr>
          <a:xfrm>
            <a:off x="790956" y="813783"/>
            <a:ext cx="3735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This is optional, Discuss with your PO.</a:t>
            </a:r>
          </a:p>
        </p:txBody>
      </p:sp>
    </p:spTree>
    <p:extLst>
      <p:ext uri="{BB962C8B-B14F-4D97-AF65-F5344CB8AC3E}">
        <p14:creationId xmlns:p14="http://schemas.microsoft.com/office/powerpoint/2010/main" val="15722519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F2016D3-5D3A-3B87-C356-F9F8497A52C6}"/>
              </a:ext>
            </a:extLst>
          </p:cNvPr>
          <p:cNvSpPr txBox="1"/>
          <p:nvPr/>
        </p:nvSpPr>
        <p:spPr>
          <a:xfrm>
            <a:off x="843010" y="457200"/>
            <a:ext cx="8968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Add Reviewers or Approvers to the list as needed after the all the cases are completed.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00AE6E5-FF9C-71E4-C5B0-A0280A6F84F6}"/>
              </a:ext>
            </a:extLst>
          </p:cNvPr>
          <p:cNvGrpSpPr/>
          <p:nvPr/>
        </p:nvGrpSpPr>
        <p:grpSpPr>
          <a:xfrm>
            <a:off x="64008" y="1103531"/>
            <a:ext cx="12127992" cy="5110498"/>
            <a:chOff x="64008" y="1103531"/>
            <a:chExt cx="12127992" cy="511049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AC2E36B-69DF-ECE4-2B5E-0AB973D83A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02536" y="1715285"/>
              <a:ext cx="10189464" cy="4498744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5C7A359-5955-AA53-3522-2EA92E6C9600}"/>
                </a:ext>
              </a:extLst>
            </p:cNvPr>
            <p:cNvSpPr/>
            <p:nvPr/>
          </p:nvSpPr>
          <p:spPr>
            <a:xfrm>
              <a:off x="3191256" y="3291840"/>
              <a:ext cx="704088" cy="256032"/>
            </a:xfrm>
            <a:prstGeom prst="rect">
              <a:avLst/>
            </a:pr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6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2BE6A0C-07A1-9D3B-EB18-974D7501A042}"/>
                </a:ext>
              </a:extLst>
            </p:cNvPr>
            <p:cNvSpPr/>
            <p:nvPr/>
          </p:nvSpPr>
          <p:spPr>
            <a:xfrm>
              <a:off x="3094196" y="3580609"/>
              <a:ext cx="1066324" cy="186719"/>
            </a:xfrm>
            <a:prstGeom prst="rect">
              <a:avLst/>
            </a:pr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6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8D2577D-33FD-0B25-470C-0BA2FC0B3BE1}"/>
                </a:ext>
              </a:extLst>
            </p:cNvPr>
            <p:cNvSpPr/>
            <p:nvPr/>
          </p:nvSpPr>
          <p:spPr>
            <a:xfrm>
              <a:off x="3010138" y="3976058"/>
              <a:ext cx="1066324" cy="186719"/>
            </a:xfrm>
            <a:prstGeom prst="rect">
              <a:avLst/>
            </a:pr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6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07921C3-C53F-2ECE-561C-FCD0F277FC68}"/>
                </a:ext>
              </a:extLst>
            </p:cNvPr>
            <p:cNvSpPr/>
            <p:nvPr/>
          </p:nvSpPr>
          <p:spPr>
            <a:xfrm>
              <a:off x="3094196" y="4725444"/>
              <a:ext cx="1066324" cy="186719"/>
            </a:xfrm>
            <a:prstGeom prst="rect">
              <a:avLst/>
            </a:pr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6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773E860-07F8-BD73-8540-92319B470823}"/>
                </a:ext>
              </a:extLst>
            </p:cNvPr>
            <p:cNvSpPr/>
            <p:nvPr/>
          </p:nvSpPr>
          <p:spPr>
            <a:xfrm>
              <a:off x="3010138" y="5125987"/>
              <a:ext cx="1066324" cy="186719"/>
            </a:xfrm>
            <a:prstGeom prst="rect">
              <a:avLst/>
            </a:pr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6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525F056-0B1A-E926-590F-CA4204904736}"/>
                </a:ext>
              </a:extLst>
            </p:cNvPr>
            <p:cNvSpPr txBox="1"/>
            <p:nvPr/>
          </p:nvSpPr>
          <p:spPr>
            <a:xfrm>
              <a:off x="615696" y="3700085"/>
              <a:ext cx="15331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7) Add Review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334940A-F6C3-AC42-25E2-C41641E2B594}"/>
                </a:ext>
              </a:extLst>
            </p:cNvPr>
            <p:cNvSpPr txBox="1"/>
            <p:nvPr/>
          </p:nvSpPr>
          <p:spPr>
            <a:xfrm>
              <a:off x="91440" y="4467587"/>
              <a:ext cx="24120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7) Or/and Add approval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5D632A6-E231-CB14-6088-9A472B610DB0}"/>
                </a:ext>
              </a:extLst>
            </p:cNvPr>
            <p:cNvSpPr txBox="1"/>
            <p:nvPr/>
          </p:nvSpPr>
          <p:spPr>
            <a:xfrm>
              <a:off x="64008" y="4850014"/>
              <a:ext cx="25035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8) Or/and Add Approver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FF03533-B49A-7F69-6428-D5A74B2A0CCA}"/>
                </a:ext>
              </a:extLst>
            </p:cNvPr>
            <p:cNvSpPr txBox="1"/>
            <p:nvPr/>
          </p:nvSpPr>
          <p:spPr>
            <a:xfrm>
              <a:off x="615696" y="4096315"/>
              <a:ext cx="1760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8) Add Reviewer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A37683F-F3C8-91D2-6CC2-72B07B503D5D}"/>
                </a:ext>
              </a:extLst>
            </p:cNvPr>
            <p:cNvCxnSpPr>
              <a:cxnSpLocks/>
              <a:endCxn id="6" idx="1"/>
            </p:cNvCxnSpPr>
            <p:nvPr/>
          </p:nvCxnSpPr>
          <p:spPr>
            <a:xfrm flipV="1">
              <a:off x="2146197" y="3673969"/>
              <a:ext cx="947999" cy="249504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BF2E7A3-455B-647D-FCC9-91EB7875E6E6}"/>
                </a:ext>
              </a:extLst>
            </p:cNvPr>
            <p:cNvCxnSpPr>
              <a:cxnSpLocks/>
              <a:endCxn id="7" idx="1"/>
            </p:cNvCxnSpPr>
            <p:nvPr/>
          </p:nvCxnSpPr>
          <p:spPr>
            <a:xfrm flipV="1">
              <a:off x="2360367" y="4069418"/>
              <a:ext cx="649771" cy="236482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1754DDD-6916-5211-3721-CF053900521B}"/>
                </a:ext>
              </a:extLst>
            </p:cNvPr>
            <p:cNvCxnSpPr>
              <a:cxnSpLocks/>
              <a:stCxn id="12" idx="3"/>
              <a:endCxn id="8" idx="1"/>
            </p:cNvCxnSpPr>
            <p:nvPr/>
          </p:nvCxnSpPr>
          <p:spPr>
            <a:xfrm>
              <a:off x="2503527" y="4652253"/>
              <a:ext cx="590669" cy="166551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9D3CDAF9-830B-CEDB-B998-95C556929220}"/>
                </a:ext>
              </a:extLst>
            </p:cNvPr>
            <p:cNvCxnSpPr>
              <a:cxnSpLocks/>
              <a:endCxn id="9" idx="1"/>
            </p:cNvCxnSpPr>
            <p:nvPr/>
          </p:nvCxnSpPr>
          <p:spPr>
            <a:xfrm>
              <a:off x="2503527" y="5060826"/>
              <a:ext cx="506611" cy="158521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852D1CD-34B0-84C2-C941-735A9557D06B}"/>
                </a:ext>
              </a:extLst>
            </p:cNvPr>
            <p:cNvSpPr/>
            <p:nvPr/>
          </p:nvSpPr>
          <p:spPr>
            <a:xfrm>
              <a:off x="11487912" y="1853184"/>
              <a:ext cx="704088" cy="256032"/>
            </a:xfrm>
            <a:prstGeom prst="rect">
              <a:avLst/>
            </a:pr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6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D850552-15EC-B73F-F02C-A0DDCA72C9FF}"/>
                </a:ext>
              </a:extLst>
            </p:cNvPr>
            <p:cNvSpPr txBox="1"/>
            <p:nvPr/>
          </p:nvSpPr>
          <p:spPr>
            <a:xfrm>
              <a:off x="10643616" y="1103531"/>
              <a:ext cx="8808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9) Save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34014767-CE07-5D6E-D254-2CD3E13D6CFF}"/>
                </a:ext>
              </a:extLst>
            </p:cNvPr>
            <p:cNvCxnSpPr>
              <a:cxnSpLocks/>
              <a:stCxn id="26" idx="2"/>
            </p:cNvCxnSpPr>
            <p:nvPr/>
          </p:nvCxnSpPr>
          <p:spPr>
            <a:xfrm>
              <a:off x="11084052" y="1472863"/>
              <a:ext cx="792480" cy="380321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447519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41F53-7147-F6D8-B50F-3B987E883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947E8D-580B-BB4A-B47B-EB5860C5EB5E}"/>
              </a:ext>
            </a:extLst>
          </p:cNvPr>
          <p:cNvSpPr txBox="1"/>
          <p:nvPr/>
        </p:nvSpPr>
        <p:spPr>
          <a:xfrm>
            <a:off x="482652" y="1678031"/>
            <a:ext cx="105267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GT Services First Pass Yield (FPY) - Gas Power Engineering Function-specific Process Documentation - Confluence (ge.com)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F05E3E-D2BA-F7A6-1A1E-148AA69AEB9E}"/>
              </a:ext>
            </a:extLst>
          </p:cNvPr>
          <p:cNvSpPr txBox="1"/>
          <p:nvPr/>
        </p:nvSpPr>
        <p:spPr>
          <a:xfrm>
            <a:off x="332232" y="1195900"/>
            <a:ext cx="10988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GT Services First Pass Yield (FPY) is located in following link, please use this for reference if needed.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DECDCA-29ED-55C9-F1E2-AE60AA456E7A}"/>
              </a:ext>
            </a:extLst>
          </p:cNvPr>
          <p:cNvSpPr txBox="1"/>
          <p:nvPr/>
        </p:nvSpPr>
        <p:spPr>
          <a:xfrm>
            <a:off x="482652" y="3241655"/>
            <a:ext cx="111210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hlinkClick r:id="rId3"/>
              </a:rPr>
              <a:t>CLM Rational Quality Manager (RQM) User Guide - Gas Power Engineering Function-specific Process Documentation - Confluence</a:t>
            </a:r>
            <a:endParaRPr lang="en-US" b="0" i="0" dirty="0">
              <a:solidFill>
                <a:srgbClr val="172B4D"/>
              </a:solidFill>
              <a:effectLst/>
              <a:latin typeface="GE Inspira Pitch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8C33F1-B338-9430-2CD0-702F9FF87267}"/>
              </a:ext>
            </a:extLst>
          </p:cNvPr>
          <p:cNvSpPr txBox="1"/>
          <p:nvPr/>
        </p:nvSpPr>
        <p:spPr>
          <a:xfrm>
            <a:off x="332232" y="2748778"/>
            <a:ext cx="10988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CLM Rational Quality Manager (RQM) User Guide</a:t>
            </a:r>
          </a:p>
        </p:txBody>
      </p:sp>
    </p:spTree>
    <p:extLst>
      <p:ext uri="{BB962C8B-B14F-4D97-AF65-F5344CB8AC3E}">
        <p14:creationId xmlns:p14="http://schemas.microsoft.com/office/powerpoint/2010/main" val="36958646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6C72D-59CC-0D48-BF61-0AB08E37E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493638"/>
      </p:ext>
    </p:extLst>
  </p:cSld>
  <p:clrMapOvr>
    <a:masterClrMapping/>
  </p:clrMapOvr>
</p:sld>
</file>

<file path=ppt/theme/theme1.xml><?xml version="1.0" encoding="utf-8"?>
<a:theme xmlns:a="http://schemas.openxmlformats.org/drawingml/2006/main" name="Quest-Global-PPT-Template-2-0">
  <a:themeElements>
    <a:clrScheme name="Quest_Global_2022">
      <a:dk1>
        <a:srgbClr val="000000"/>
      </a:dk1>
      <a:lt1>
        <a:srgbClr val="FFFFFF"/>
      </a:lt1>
      <a:dk2>
        <a:srgbClr val="E6174F"/>
      </a:dk2>
      <a:lt2>
        <a:srgbClr val="808080"/>
      </a:lt2>
      <a:accent1>
        <a:srgbClr val="009A8D"/>
      </a:accent1>
      <a:accent2>
        <a:srgbClr val="10A0CB"/>
      </a:accent2>
      <a:accent3>
        <a:srgbClr val="4E55A2"/>
      </a:accent3>
      <a:accent4>
        <a:srgbClr val="BF4C96"/>
      </a:accent4>
      <a:accent5>
        <a:srgbClr val="FFD100"/>
      </a:accent5>
      <a:accent6>
        <a:srgbClr val="662A53"/>
      </a:accent6>
      <a:hlink>
        <a:srgbClr val="BE4C95"/>
      </a:hlink>
      <a:folHlink>
        <a:srgbClr val="81627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accent6"/>
          </a:solidFill>
        </a:ln>
      </a:spPr>
      <a:bodyPr rtlCol="0" anchor="ctr"/>
      <a:lstStyle>
        <a:defPPr algn="ctr">
          <a:defRPr dirty="0" smtClean="0">
            <a:solidFill>
              <a:schemeClr val="accent6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 anchor="ctr">
        <a:spAutoFit/>
      </a:bodyPr>
      <a:lstStyle>
        <a:defPPr algn="ctr">
          <a:defRPr dirty="0">
            <a:solidFill>
              <a:schemeClr val="accent6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Quest Global-PPT template -BR_19052022_ycl" id="{B4BEE5A1-729B-424C-8D99-81F38A9E0429}" vid="{9184C2BE-1252-4896-A672-072A48EA48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Quest-Global-PPT-Template-2-0</Template>
  <TotalTime>33538</TotalTime>
  <Words>859</Words>
  <Application>Microsoft Office PowerPoint</Application>
  <PresentationFormat>Widescreen</PresentationFormat>
  <Paragraphs>135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GE Inspira Pitch</vt:lpstr>
      <vt:lpstr>Symbol</vt:lpstr>
      <vt:lpstr>Quest-Global-PPT-Template-2-0</vt:lpstr>
      <vt:lpstr>FIRST PASS YIELD (FPY)</vt:lpstr>
      <vt:lpstr>PowerPoint Presentation</vt:lpstr>
      <vt:lpstr>PowerPoint Presentation</vt:lpstr>
      <vt:lpstr>RQM Review Responsibility Matrix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to Create Test Suite Execution Record For Desired Test Suite</vt:lpstr>
      <vt:lpstr>PowerPoint Presentation</vt:lpstr>
      <vt:lpstr>PowerPoint Presentation</vt:lpstr>
      <vt:lpstr>Running Test in RQM </vt:lpstr>
      <vt:lpstr>Running Test From Execution Records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Setting Additional Reviewers or Approvers for Test Suite</vt:lpstr>
      <vt:lpstr>PowerPoint Presentation</vt:lpstr>
      <vt:lpstr>Reference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Panindhrakumar, Patni (GE Gas Power, consultant)</dc:creator>
  <cp:lastModifiedBy>Simham, Kalyan (GE Vernova, consultant)</cp:lastModifiedBy>
  <cp:revision>106</cp:revision>
  <dcterms:created xsi:type="dcterms:W3CDTF">2022-12-06T05:37:12Z</dcterms:created>
  <dcterms:modified xsi:type="dcterms:W3CDTF">2024-02-01T15:40:45Z</dcterms:modified>
</cp:coreProperties>
</file>